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57" r:id="rId3"/>
    <p:sldId id="259" r:id="rId4"/>
    <p:sldId id="278" r:id="rId5"/>
    <p:sldId id="260" r:id="rId6"/>
    <p:sldId id="349" r:id="rId7"/>
    <p:sldId id="266" r:id="rId8"/>
    <p:sldId id="262" r:id="rId9"/>
    <p:sldId id="279" r:id="rId10"/>
    <p:sldId id="350" r:id="rId11"/>
    <p:sldId id="268" r:id="rId12"/>
    <p:sldId id="280" r:id="rId13"/>
    <p:sldId id="269" r:id="rId14"/>
    <p:sldId id="270" r:id="rId15"/>
    <p:sldId id="271" r:id="rId16"/>
    <p:sldId id="272" r:id="rId17"/>
    <p:sldId id="348" r:id="rId18"/>
    <p:sldId id="275" r:id="rId19"/>
    <p:sldId id="267" r:id="rId20"/>
    <p:sldId id="281" r:id="rId21"/>
    <p:sldId id="282" r:id="rId22"/>
    <p:sldId id="283" r:id="rId23"/>
    <p:sldId id="284" r:id="rId24"/>
    <p:sldId id="285" r:id="rId25"/>
    <p:sldId id="286" r:id="rId26"/>
    <p:sldId id="345" r:id="rId27"/>
    <p:sldId id="301" r:id="rId28"/>
    <p:sldId id="302" r:id="rId29"/>
    <p:sldId id="303" r:id="rId30"/>
    <p:sldId id="304" r:id="rId31"/>
    <p:sldId id="305" r:id="rId32"/>
    <p:sldId id="306" r:id="rId33"/>
    <p:sldId id="308" r:id="rId34"/>
    <p:sldId id="309" r:id="rId35"/>
    <p:sldId id="310" r:id="rId36"/>
    <p:sldId id="313" r:id="rId37"/>
    <p:sldId id="346" r:id="rId38"/>
    <p:sldId id="351" r:id="rId39"/>
    <p:sldId id="314" r:id="rId40"/>
    <p:sldId id="315" r:id="rId41"/>
    <p:sldId id="317" r:id="rId42"/>
    <p:sldId id="320" r:id="rId43"/>
    <p:sldId id="318" r:id="rId44"/>
    <p:sldId id="319" r:id="rId45"/>
    <p:sldId id="336" r:id="rId46"/>
    <p:sldId id="321" r:id="rId47"/>
    <p:sldId id="322" r:id="rId48"/>
    <p:sldId id="337" r:id="rId49"/>
    <p:sldId id="356" r:id="rId50"/>
    <p:sldId id="357" r:id="rId51"/>
    <p:sldId id="359" r:id="rId52"/>
    <p:sldId id="358" r:id="rId53"/>
    <p:sldId id="340" r:id="rId54"/>
    <p:sldId id="341" r:id="rId55"/>
    <p:sldId id="342" r:id="rId56"/>
    <p:sldId id="343" r:id="rId57"/>
    <p:sldId id="344" r:id="rId58"/>
    <p:sldId id="355" r:id="rId59"/>
    <p:sldId id="352" r:id="rId60"/>
    <p:sldId id="353" r:id="rId61"/>
    <p:sldId id="354" r:id="rId62"/>
    <p:sldId id="331" r:id="rId63"/>
    <p:sldId id="332" r:id="rId64"/>
    <p:sldId id="333" r:id="rId65"/>
    <p:sldId id="334" r:id="rId66"/>
    <p:sldId id="33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0" y="4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3A2542-691D-45CD-9C75-3C00C2AE7527}" type="doc">
      <dgm:prSet loTypeId="urn:microsoft.com/office/officeart/2009/3/layout/HorizontalOrganizationChart" loCatId="hierarchy" qsTypeId="urn:microsoft.com/office/officeart/2005/8/quickstyle/simple1" qsCatId="simple" csTypeId="urn:microsoft.com/office/officeart/2005/8/colors/accent0_3" csCatId="mainScheme"/>
      <dgm:spPr/>
      <dgm:t>
        <a:bodyPr/>
        <a:lstStyle/>
        <a:p>
          <a:endParaRPr lang="en-US"/>
        </a:p>
      </dgm:t>
    </dgm:pt>
    <dgm:pt modelId="{C73188A5-451F-42EF-940F-EC0CF6C9335A}">
      <dgm:prSet custT="1"/>
      <dgm:spPr/>
      <dgm:t>
        <a:bodyPr/>
        <a:lstStyle/>
        <a:p>
          <a:pPr rtl="0"/>
          <a:r>
            <a:rPr lang="en-US" sz="2200" smtClean="0">
              <a:latin typeface="Cambria" panose="02040503050406030204" pitchFamily="18" charset="0"/>
            </a:rPr>
            <a:t>Computers operate a great many kinds of devices.  Most fit into the general categories:</a:t>
          </a:r>
          <a:endParaRPr lang="en-US" sz="2200">
            <a:latin typeface="Cambria" panose="02040503050406030204" pitchFamily="18" charset="0"/>
          </a:endParaRPr>
        </a:p>
      </dgm:t>
    </dgm:pt>
    <dgm:pt modelId="{C825D893-655B-4027-9CE0-017D07AB5FFD}" type="parTrans" cxnId="{C93644B7-7287-422B-B87D-BD5E39FED330}">
      <dgm:prSet/>
      <dgm:spPr/>
      <dgm:t>
        <a:bodyPr/>
        <a:lstStyle/>
        <a:p>
          <a:endParaRPr lang="en-US" sz="2200">
            <a:latin typeface="Cambria" panose="02040503050406030204" pitchFamily="18" charset="0"/>
          </a:endParaRPr>
        </a:p>
      </dgm:t>
    </dgm:pt>
    <dgm:pt modelId="{400CA218-8C0C-4F73-9C56-A9AAD1DBE4A2}" type="sibTrans" cxnId="{C93644B7-7287-422B-B87D-BD5E39FED330}">
      <dgm:prSet/>
      <dgm:spPr/>
      <dgm:t>
        <a:bodyPr/>
        <a:lstStyle/>
        <a:p>
          <a:endParaRPr lang="en-US" sz="2200">
            <a:latin typeface="Cambria" panose="02040503050406030204" pitchFamily="18" charset="0"/>
          </a:endParaRPr>
        </a:p>
      </dgm:t>
    </dgm:pt>
    <dgm:pt modelId="{339944B2-06CF-4CB3-8098-65F6A883ED64}">
      <dgm:prSet custT="1"/>
      <dgm:spPr/>
      <dgm:t>
        <a:bodyPr/>
        <a:lstStyle/>
        <a:p>
          <a:pPr rtl="0"/>
          <a:r>
            <a:rPr lang="en-US" sz="2200" smtClean="0">
              <a:latin typeface="Cambria" panose="02040503050406030204" pitchFamily="18" charset="0"/>
            </a:rPr>
            <a:t>storage devices (disks, tapes)</a:t>
          </a:r>
          <a:endParaRPr lang="en-US" sz="2200">
            <a:latin typeface="Cambria" panose="02040503050406030204" pitchFamily="18" charset="0"/>
          </a:endParaRPr>
        </a:p>
      </dgm:t>
    </dgm:pt>
    <dgm:pt modelId="{7C36A289-7F1C-48BD-A4A2-6AB9B656DA23}" type="parTrans" cxnId="{80C2ADF4-B403-4405-A93B-83193B00FBCF}">
      <dgm:prSet/>
      <dgm:spPr/>
      <dgm:t>
        <a:bodyPr/>
        <a:lstStyle/>
        <a:p>
          <a:endParaRPr lang="en-US" sz="2200">
            <a:latin typeface="Cambria" panose="02040503050406030204" pitchFamily="18" charset="0"/>
          </a:endParaRPr>
        </a:p>
      </dgm:t>
    </dgm:pt>
    <dgm:pt modelId="{0870CA53-C31D-411B-9BE7-2EFDE01240A3}" type="sibTrans" cxnId="{80C2ADF4-B403-4405-A93B-83193B00FBCF}">
      <dgm:prSet/>
      <dgm:spPr/>
      <dgm:t>
        <a:bodyPr/>
        <a:lstStyle/>
        <a:p>
          <a:endParaRPr lang="en-US" sz="2200">
            <a:latin typeface="Cambria" panose="02040503050406030204" pitchFamily="18" charset="0"/>
          </a:endParaRPr>
        </a:p>
      </dgm:t>
    </dgm:pt>
    <dgm:pt modelId="{274E31BB-398F-4686-A6FB-880CCC5227EC}">
      <dgm:prSet custT="1"/>
      <dgm:spPr/>
      <dgm:t>
        <a:bodyPr/>
        <a:lstStyle/>
        <a:p>
          <a:pPr rtl="0"/>
          <a:r>
            <a:rPr lang="en-US" sz="2200" smtClean="0">
              <a:latin typeface="Cambria" panose="02040503050406030204" pitchFamily="18" charset="0"/>
            </a:rPr>
            <a:t>transmission devices (network cards, modems)</a:t>
          </a:r>
          <a:endParaRPr lang="en-US" sz="2200">
            <a:latin typeface="Cambria" panose="02040503050406030204" pitchFamily="18" charset="0"/>
          </a:endParaRPr>
        </a:p>
      </dgm:t>
    </dgm:pt>
    <dgm:pt modelId="{80E9F989-7DDB-40B5-A25E-D8B34BF26142}" type="parTrans" cxnId="{9F991B2E-07F2-4CF9-BB3B-ACD66EDE16E9}">
      <dgm:prSet/>
      <dgm:spPr/>
      <dgm:t>
        <a:bodyPr/>
        <a:lstStyle/>
        <a:p>
          <a:endParaRPr lang="en-US" sz="2200">
            <a:latin typeface="Cambria" panose="02040503050406030204" pitchFamily="18" charset="0"/>
          </a:endParaRPr>
        </a:p>
      </dgm:t>
    </dgm:pt>
    <dgm:pt modelId="{BA2517DE-D488-415F-842F-4EBA427065ED}" type="sibTrans" cxnId="{9F991B2E-07F2-4CF9-BB3B-ACD66EDE16E9}">
      <dgm:prSet/>
      <dgm:spPr/>
      <dgm:t>
        <a:bodyPr/>
        <a:lstStyle/>
        <a:p>
          <a:endParaRPr lang="en-US" sz="2200">
            <a:latin typeface="Cambria" panose="02040503050406030204" pitchFamily="18" charset="0"/>
          </a:endParaRPr>
        </a:p>
      </dgm:t>
    </dgm:pt>
    <dgm:pt modelId="{8984609F-5D10-4E76-BFD2-A69349CD07CF}">
      <dgm:prSet custT="1"/>
      <dgm:spPr/>
      <dgm:t>
        <a:bodyPr/>
        <a:lstStyle/>
        <a:p>
          <a:pPr rtl="0"/>
          <a:r>
            <a:rPr lang="en-US" sz="2200" smtClean="0">
              <a:latin typeface="Cambria" panose="02040503050406030204" pitchFamily="18" charset="0"/>
            </a:rPr>
            <a:t>human-interface devices (screen, keyboard, mouse).</a:t>
          </a:r>
          <a:endParaRPr lang="en-US" sz="2200">
            <a:latin typeface="Cambria" panose="02040503050406030204" pitchFamily="18" charset="0"/>
          </a:endParaRPr>
        </a:p>
      </dgm:t>
    </dgm:pt>
    <dgm:pt modelId="{658305C9-B54D-4B69-B83C-6E6637C74798}" type="parTrans" cxnId="{D9307F1F-F6E7-411E-8919-410678CFE52A}">
      <dgm:prSet/>
      <dgm:spPr/>
      <dgm:t>
        <a:bodyPr/>
        <a:lstStyle/>
        <a:p>
          <a:endParaRPr lang="en-US" sz="2200">
            <a:latin typeface="Cambria" panose="02040503050406030204" pitchFamily="18" charset="0"/>
          </a:endParaRPr>
        </a:p>
      </dgm:t>
    </dgm:pt>
    <dgm:pt modelId="{2A0FAF58-AB3D-40E7-9F4A-4653FBEB9374}" type="sibTrans" cxnId="{D9307F1F-F6E7-411E-8919-410678CFE52A}">
      <dgm:prSet/>
      <dgm:spPr/>
      <dgm:t>
        <a:bodyPr/>
        <a:lstStyle/>
        <a:p>
          <a:endParaRPr lang="en-US" sz="2200">
            <a:latin typeface="Cambria" panose="02040503050406030204" pitchFamily="18" charset="0"/>
          </a:endParaRPr>
        </a:p>
      </dgm:t>
    </dgm:pt>
    <dgm:pt modelId="{147A09F4-E1C9-42A7-B473-0174CA56ACC0}" type="pres">
      <dgm:prSet presAssocID="{6A3A2542-691D-45CD-9C75-3C00C2AE7527}" presName="hierChild1" presStyleCnt="0">
        <dgm:presLayoutVars>
          <dgm:orgChart val="1"/>
          <dgm:chPref val="1"/>
          <dgm:dir/>
          <dgm:animOne val="branch"/>
          <dgm:animLvl val="lvl"/>
          <dgm:resizeHandles/>
        </dgm:presLayoutVars>
      </dgm:prSet>
      <dgm:spPr/>
      <dgm:t>
        <a:bodyPr/>
        <a:lstStyle/>
        <a:p>
          <a:endParaRPr lang="en-US"/>
        </a:p>
      </dgm:t>
    </dgm:pt>
    <dgm:pt modelId="{0DFC1EDE-5CE4-46A3-ABAF-D389A9C97EF4}" type="pres">
      <dgm:prSet presAssocID="{C73188A5-451F-42EF-940F-EC0CF6C9335A}" presName="hierRoot1" presStyleCnt="0">
        <dgm:presLayoutVars>
          <dgm:hierBranch val="init"/>
        </dgm:presLayoutVars>
      </dgm:prSet>
      <dgm:spPr/>
    </dgm:pt>
    <dgm:pt modelId="{60BDD78B-A99A-4D8E-A339-D3EEC904B2DE}" type="pres">
      <dgm:prSet presAssocID="{C73188A5-451F-42EF-940F-EC0CF6C9335A}" presName="rootComposite1" presStyleCnt="0"/>
      <dgm:spPr/>
    </dgm:pt>
    <dgm:pt modelId="{9320E320-DDF8-4872-85CC-9E5F09964D56}" type="pres">
      <dgm:prSet presAssocID="{C73188A5-451F-42EF-940F-EC0CF6C9335A}" presName="rootText1" presStyleLbl="node0" presStyleIdx="0" presStyleCnt="1">
        <dgm:presLayoutVars>
          <dgm:chPref val="3"/>
        </dgm:presLayoutVars>
      </dgm:prSet>
      <dgm:spPr/>
      <dgm:t>
        <a:bodyPr/>
        <a:lstStyle/>
        <a:p>
          <a:endParaRPr lang="en-US"/>
        </a:p>
      </dgm:t>
    </dgm:pt>
    <dgm:pt modelId="{5D454962-C9C5-4FD8-9770-EAD0739CD047}" type="pres">
      <dgm:prSet presAssocID="{C73188A5-451F-42EF-940F-EC0CF6C9335A}" presName="rootConnector1" presStyleLbl="node1" presStyleIdx="0" presStyleCnt="0"/>
      <dgm:spPr/>
      <dgm:t>
        <a:bodyPr/>
        <a:lstStyle/>
        <a:p>
          <a:endParaRPr lang="en-US"/>
        </a:p>
      </dgm:t>
    </dgm:pt>
    <dgm:pt modelId="{F162A742-1821-43C5-A61D-FF2AC0B0944B}" type="pres">
      <dgm:prSet presAssocID="{C73188A5-451F-42EF-940F-EC0CF6C9335A}" presName="hierChild2" presStyleCnt="0"/>
      <dgm:spPr/>
    </dgm:pt>
    <dgm:pt modelId="{7C3AE640-5B41-46CD-A5A1-499B74FEFD6D}" type="pres">
      <dgm:prSet presAssocID="{7C36A289-7F1C-48BD-A4A2-6AB9B656DA23}" presName="Name64" presStyleLbl="parChTrans1D2" presStyleIdx="0" presStyleCnt="3"/>
      <dgm:spPr/>
      <dgm:t>
        <a:bodyPr/>
        <a:lstStyle/>
        <a:p>
          <a:endParaRPr lang="en-US"/>
        </a:p>
      </dgm:t>
    </dgm:pt>
    <dgm:pt modelId="{D858EC20-6E6B-431C-907A-A3AA76F97B68}" type="pres">
      <dgm:prSet presAssocID="{339944B2-06CF-4CB3-8098-65F6A883ED64}" presName="hierRoot2" presStyleCnt="0">
        <dgm:presLayoutVars>
          <dgm:hierBranch val="init"/>
        </dgm:presLayoutVars>
      </dgm:prSet>
      <dgm:spPr/>
    </dgm:pt>
    <dgm:pt modelId="{1FA0E959-E6F3-42C3-B05E-C8F39517148A}" type="pres">
      <dgm:prSet presAssocID="{339944B2-06CF-4CB3-8098-65F6A883ED64}" presName="rootComposite" presStyleCnt="0"/>
      <dgm:spPr/>
    </dgm:pt>
    <dgm:pt modelId="{19247730-B405-4390-9E63-6FAD2E13011F}" type="pres">
      <dgm:prSet presAssocID="{339944B2-06CF-4CB3-8098-65F6A883ED64}" presName="rootText" presStyleLbl="node2" presStyleIdx="0" presStyleCnt="3">
        <dgm:presLayoutVars>
          <dgm:chPref val="3"/>
        </dgm:presLayoutVars>
      </dgm:prSet>
      <dgm:spPr/>
      <dgm:t>
        <a:bodyPr/>
        <a:lstStyle/>
        <a:p>
          <a:endParaRPr lang="en-US"/>
        </a:p>
      </dgm:t>
    </dgm:pt>
    <dgm:pt modelId="{3BD63391-B112-4E34-8D0F-9CBA80266411}" type="pres">
      <dgm:prSet presAssocID="{339944B2-06CF-4CB3-8098-65F6A883ED64}" presName="rootConnector" presStyleLbl="node2" presStyleIdx="0" presStyleCnt="3"/>
      <dgm:spPr/>
      <dgm:t>
        <a:bodyPr/>
        <a:lstStyle/>
        <a:p>
          <a:endParaRPr lang="en-US"/>
        </a:p>
      </dgm:t>
    </dgm:pt>
    <dgm:pt modelId="{7194F62A-0E7C-49FA-AE71-632FA86D3368}" type="pres">
      <dgm:prSet presAssocID="{339944B2-06CF-4CB3-8098-65F6A883ED64}" presName="hierChild4" presStyleCnt="0"/>
      <dgm:spPr/>
    </dgm:pt>
    <dgm:pt modelId="{D90CD323-D770-4C6A-9AC8-82E522694531}" type="pres">
      <dgm:prSet presAssocID="{339944B2-06CF-4CB3-8098-65F6A883ED64}" presName="hierChild5" presStyleCnt="0"/>
      <dgm:spPr/>
    </dgm:pt>
    <dgm:pt modelId="{7B8CE325-0B61-44FF-BB94-076EB5108B72}" type="pres">
      <dgm:prSet presAssocID="{80E9F989-7DDB-40B5-A25E-D8B34BF26142}" presName="Name64" presStyleLbl="parChTrans1D2" presStyleIdx="1" presStyleCnt="3"/>
      <dgm:spPr/>
      <dgm:t>
        <a:bodyPr/>
        <a:lstStyle/>
        <a:p>
          <a:endParaRPr lang="en-US"/>
        </a:p>
      </dgm:t>
    </dgm:pt>
    <dgm:pt modelId="{8DDAA7FE-E31B-4ED6-B273-836AE7E6CB3D}" type="pres">
      <dgm:prSet presAssocID="{274E31BB-398F-4686-A6FB-880CCC5227EC}" presName="hierRoot2" presStyleCnt="0">
        <dgm:presLayoutVars>
          <dgm:hierBranch val="init"/>
        </dgm:presLayoutVars>
      </dgm:prSet>
      <dgm:spPr/>
    </dgm:pt>
    <dgm:pt modelId="{7056BCF9-CD20-434A-B16A-390EA6381C68}" type="pres">
      <dgm:prSet presAssocID="{274E31BB-398F-4686-A6FB-880CCC5227EC}" presName="rootComposite" presStyleCnt="0"/>
      <dgm:spPr/>
    </dgm:pt>
    <dgm:pt modelId="{9594EE95-C8A6-4DA4-A295-126B23099128}" type="pres">
      <dgm:prSet presAssocID="{274E31BB-398F-4686-A6FB-880CCC5227EC}" presName="rootText" presStyleLbl="node2" presStyleIdx="1" presStyleCnt="3">
        <dgm:presLayoutVars>
          <dgm:chPref val="3"/>
        </dgm:presLayoutVars>
      </dgm:prSet>
      <dgm:spPr/>
      <dgm:t>
        <a:bodyPr/>
        <a:lstStyle/>
        <a:p>
          <a:endParaRPr lang="en-US"/>
        </a:p>
      </dgm:t>
    </dgm:pt>
    <dgm:pt modelId="{DB10F3BF-CFC6-48C4-97D5-2E7EEF107A6D}" type="pres">
      <dgm:prSet presAssocID="{274E31BB-398F-4686-A6FB-880CCC5227EC}" presName="rootConnector" presStyleLbl="node2" presStyleIdx="1" presStyleCnt="3"/>
      <dgm:spPr/>
      <dgm:t>
        <a:bodyPr/>
        <a:lstStyle/>
        <a:p>
          <a:endParaRPr lang="en-US"/>
        </a:p>
      </dgm:t>
    </dgm:pt>
    <dgm:pt modelId="{F2887DEB-32C6-4DCC-90D0-4D4CAEF0C098}" type="pres">
      <dgm:prSet presAssocID="{274E31BB-398F-4686-A6FB-880CCC5227EC}" presName="hierChild4" presStyleCnt="0"/>
      <dgm:spPr/>
    </dgm:pt>
    <dgm:pt modelId="{A5A5FBD4-866D-4605-9255-FDD37FAF82AE}" type="pres">
      <dgm:prSet presAssocID="{274E31BB-398F-4686-A6FB-880CCC5227EC}" presName="hierChild5" presStyleCnt="0"/>
      <dgm:spPr/>
    </dgm:pt>
    <dgm:pt modelId="{8A9FA589-CD13-4455-8AEC-4240073DFB08}" type="pres">
      <dgm:prSet presAssocID="{658305C9-B54D-4B69-B83C-6E6637C74798}" presName="Name64" presStyleLbl="parChTrans1D2" presStyleIdx="2" presStyleCnt="3"/>
      <dgm:spPr/>
      <dgm:t>
        <a:bodyPr/>
        <a:lstStyle/>
        <a:p>
          <a:endParaRPr lang="en-US"/>
        </a:p>
      </dgm:t>
    </dgm:pt>
    <dgm:pt modelId="{1E0573FC-D948-4871-93C2-D3CE98107264}" type="pres">
      <dgm:prSet presAssocID="{8984609F-5D10-4E76-BFD2-A69349CD07CF}" presName="hierRoot2" presStyleCnt="0">
        <dgm:presLayoutVars>
          <dgm:hierBranch val="init"/>
        </dgm:presLayoutVars>
      </dgm:prSet>
      <dgm:spPr/>
    </dgm:pt>
    <dgm:pt modelId="{D92EE8C6-C5AD-445C-9E5C-CFF1C345F7C2}" type="pres">
      <dgm:prSet presAssocID="{8984609F-5D10-4E76-BFD2-A69349CD07CF}" presName="rootComposite" presStyleCnt="0"/>
      <dgm:spPr/>
    </dgm:pt>
    <dgm:pt modelId="{2BA9A1C5-8798-4CC7-87C5-C9319E0B3AA9}" type="pres">
      <dgm:prSet presAssocID="{8984609F-5D10-4E76-BFD2-A69349CD07CF}" presName="rootText" presStyleLbl="node2" presStyleIdx="2" presStyleCnt="3">
        <dgm:presLayoutVars>
          <dgm:chPref val="3"/>
        </dgm:presLayoutVars>
      </dgm:prSet>
      <dgm:spPr/>
      <dgm:t>
        <a:bodyPr/>
        <a:lstStyle/>
        <a:p>
          <a:endParaRPr lang="en-US"/>
        </a:p>
      </dgm:t>
    </dgm:pt>
    <dgm:pt modelId="{A2A0977D-6F06-4E1D-BE17-2742352F0D06}" type="pres">
      <dgm:prSet presAssocID="{8984609F-5D10-4E76-BFD2-A69349CD07CF}" presName="rootConnector" presStyleLbl="node2" presStyleIdx="2" presStyleCnt="3"/>
      <dgm:spPr/>
      <dgm:t>
        <a:bodyPr/>
        <a:lstStyle/>
        <a:p>
          <a:endParaRPr lang="en-US"/>
        </a:p>
      </dgm:t>
    </dgm:pt>
    <dgm:pt modelId="{2DB880C0-3506-4B1D-8A2E-A9A2476E5EAA}" type="pres">
      <dgm:prSet presAssocID="{8984609F-5D10-4E76-BFD2-A69349CD07CF}" presName="hierChild4" presStyleCnt="0"/>
      <dgm:spPr/>
    </dgm:pt>
    <dgm:pt modelId="{E4D24309-2F54-4225-B44E-87A6AFB3235A}" type="pres">
      <dgm:prSet presAssocID="{8984609F-5D10-4E76-BFD2-A69349CD07CF}" presName="hierChild5" presStyleCnt="0"/>
      <dgm:spPr/>
    </dgm:pt>
    <dgm:pt modelId="{0F1A7C3A-8BBC-4D5D-BF35-AA30C3BF565F}" type="pres">
      <dgm:prSet presAssocID="{C73188A5-451F-42EF-940F-EC0CF6C9335A}" presName="hierChild3" presStyleCnt="0"/>
      <dgm:spPr/>
    </dgm:pt>
  </dgm:ptLst>
  <dgm:cxnLst>
    <dgm:cxn modelId="{A4DF9621-7A3E-40F9-9503-7BF4F20659E5}" type="presOf" srcId="{C73188A5-451F-42EF-940F-EC0CF6C9335A}" destId="{9320E320-DDF8-4872-85CC-9E5F09964D56}" srcOrd="0" destOrd="0" presId="urn:microsoft.com/office/officeart/2009/3/layout/HorizontalOrganizationChart"/>
    <dgm:cxn modelId="{70F73841-E81A-41E2-B056-0DE0E14C73A6}" type="presOf" srcId="{6A3A2542-691D-45CD-9C75-3C00C2AE7527}" destId="{147A09F4-E1C9-42A7-B473-0174CA56ACC0}" srcOrd="0" destOrd="0" presId="urn:microsoft.com/office/officeart/2009/3/layout/HorizontalOrganizationChart"/>
    <dgm:cxn modelId="{E5285ADD-2CED-4BD8-8DB7-9D03851916E9}" type="presOf" srcId="{274E31BB-398F-4686-A6FB-880CCC5227EC}" destId="{DB10F3BF-CFC6-48C4-97D5-2E7EEF107A6D}" srcOrd="1" destOrd="0" presId="urn:microsoft.com/office/officeart/2009/3/layout/HorizontalOrganizationChart"/>
    <dgm:cxn modelId="{129940B4-786C-4ED0-9C2B-1133EEFDFBAD}" type="presOf" srcId="{339944B2-06CF-4CB3-8098-65F6A883ED64}" destId="{3BD63391-B112-4E34-8D0F-9CBA80266411}" srcOrd="1" destOrd="0" presId="urn:microsoft.com/office/officeart/2009/3/layout/HorizontalOrganizationChart"/>
    <dgm:cxn modelId="{E767A569-FF6A-4219-ABA3-9004B20BE0C8}" type="presOf" srcId="{7C36A289-7F1C-48BD-A4A2-6AB9B656DA23}" destId="{7C3AE640-5B41-46CD-A5A1-499B74FEFD6D}" srcOrd="0" destOrd="0" presId="urn:microsoft.com/office/officeart/2009/3/layout/HorizontalOrganizationChart"/>
    <dgm:cxn modelId="{248BB59C-D479-483F-82B3-0733D06BACD9}" type="presOf" srcId="{274E31BB-398F-4686-A6FB-880CCC5227EC}" destId="{9594EE95-C8A6-4DA4-A295-126B23099128}" srcOrd="0" destOrd="0" presId="urn:microsoft.com/office/officeart/2009/3/layout/HorizontalOrganizationChart"/>
    <dgm:cxn modelId="{9F991B2E-07F2-4CF9-BB3B-ACD66EDE16E9}" srcId="{C73188A5-451F-42EF-940F-EC0CF6C9335A}" destId="{274E31BB-398F-4686-A6FB-880CCC5227EC}" srcOrd="1" destOrd="0" parTransId="{80E9F989-7DDB-40B5-A25E-D8B34BF26142}" sibTransId="{BA2517DE-D488-415F-842F-4EBA427065ED}"/>
    <dgm:cxn modelId="{56669073-0587-4B60-AD1B-51852CA31F52}" type="presOf" srcId="{80E9F989-7DDB-40B5-A25E-D8B34BF26142}" destId="{7B8CE325-0B61-44FF-BB94-076EB5108B72}" srcOrd="0" destOrd="0" presId="urn:microsoft.com/office/officeart/2009/3/layout/HorizontalOrganizationChart"/>
    <dgm:cxn modelId="{1388D8BE-35EC-4D67-B5FD-D7B7BD220338}" type="presOf" srcId="{8984609F-5D10-4E76-BFD2-A69349CD07CF}" destId="{A2A0977D-6F06-4E1D-BE17-2742352F0D06}" srcOrd="1" destOrd="0" presId="urn:microsoft.com/office/officeart/2009/3/layout/HorizontalOrganizationChart"/>
    <dgm:cxn modelId="{E163C7ED-9A5A-475C-9CB3-F4A945240828}" type="presOf" srcId="{C73188A5-451F-42EF-940F-EC0CF6C9335A}" destId="{5D454962-C9C5-4FD8-9770-EAD0739CD047}" srcOrd="1" destOrd="0" presId="urn:microsoft.com/office/officeart/2009/3/layout/HorizontalOrganizationChart"/>
    <dgm:cxn modelId="{365A8871-A0C5-4F89-9379-F002AEBEFCB4}" type="presOf" srcId="{658305C9-B54D-4B69-B83C-6E6637C74798}" destId="{8A9FA589-CD13-4455-8AEC-4240073DFB08}" srcOrd="0" destOrd="0" presId="urn:microsoft.com/office/officeart/2009/3/layout/HorizontalOrganizationChart"/>
    <dgm:cxn modelId="{9B1305AB-C247-4D80-AF06-0641CC542FB8}" type="presOf" srcId="{339944B2-06CF-4CB3-8098-65F6A883ED64}" destId="{19247730-B405-4390-9E63-6FAD2E13011F}" srcOrd="0" destOrd="0" presId="urn:microsoft.com/office/officeart/2009/3/layout/HorizontalOrganizationChart"/>
    <dgm:cxn modelId="{487D3F3C-95AC-41CF-B945-59AA075F6961}" type="presOf" srcId="{8984609F-5D10-4E76-BFD2-A69349CD07CF}" destId="{2BA9A1C5-8798-4CC7-87C5-C9319E0B3AA9}" srcOrd="0" destOrd="0" presId="urn:microsoft.com/office/officeart/2009/3/layout/HorizontalOrganizationChart"/>
    <dgm:cxn modelId="{C93644B7-7287-422B-B87D-BD5E39FED330}" srcId="{6A3A2542-691D-45CD-9C75-3C00C2AE7527}" destId="{C73188A5-451F-42EF-940F-EC0CF6C9335A}" srcOrd="0" destOrd="0" parTransId="{C825D893-655B-4027-9CE0-017D07AB5FFD}" sibTransId="{400CA218-8C0C-4F73-9C56-A9AAD1DBE4A2}"/>
    <dgm:cxn modelId="{80C2ADF4-B403-4405-A93B-83193B00FBCF}" srcId="{C73188A5-451F-42EF-940F-EC0CF6C9335A}" destId="{339944B2-06CF-4CB3-8098-65F6A883ED64}" srcOrd="0" destOrd="0" parTransId="{7C36A289-7F1C-48BD-A4A2-6AB9B656DA23}" sibTransId="{0870CA53-C31D-411B-9BE7-2EFDE01240A3}"/>
    <dgm:cxn modelId="{D9307F1F-F6E7-411E-8919-410678CFE52A}" srcId="{C73188A5-451F-42EF-940F-EC0CF6C9335A}" destId="{8984609F-5D10-4E76-BFD2-A69349CD07CF}" srcOrd="2" destOrd="0" parTransId="{658305C9-B54D-4B69-B83C-6E6637C74798}" sibTransId="{2A0FAF58-AB3D-40E7-9F4A-4653FBEB9374}"/>
    <dgm:cxn modelId="{EC93AF49-B87D-4567-A1EA-890DCF733A28}" type="presParOf" srcId="{147A09F4-E1C9-42A7-B473-0174CA56ACC0}" destId="{0DFC1EDE-5CE4-46A3-ABAF-D389A9C97EF4}" srcOrd="0" destOrd="0" presId="urn:microsoft.com/office/officeart/2009/3/layout/HorizontalOrganizationChart"/>
    <dgm:cxn modelId="{C2060263-B986-48BE-AB69-57C210F1541A}" type="presParOf" srcId="{0DFC1EDE-5CE4-46A3-ABAF-D389A9C97EF4}" destId="{60BDD78B-A99A-4D8E-A339-D3EEC904B2DE}" srcOrd="0" destOrd="0" presId="urn:microsoft.com/office/officeart/2009/3/layout/HorizontalOrganizationChart"/>
    <dgm:cxn modelId="{C998B0BC-270E-4839-B9EB-8A9C93EB623E}" type="presParOf" srcId="{60BDD78B-A99A-4D8E-A339-D3EEC904B2DE}" destId="{9320E320-DDF8-4872-85CC-9E5F09964D56}" srcOrd="0" destOrd="0" presId="urn:microsoft.com/office/officeart/2009/3/layout/HorizontalOrganizationChart"/>
    <dgm:cxn modelId="{4C574D21-B7AB-4624-8BA5-61B775D17032}" type="presParOf" srcId="{60BDD78B-A99A-4D8E-A339-D3EEC904B2DE}" destId="{5D454962-C9C5-4FD8-9770-EAD0739CD047}" srcOrd="1" destOrd="0" presId="urn:microsoft.com/office/officeart/2009/3/layout/HorizontalOrganizationChart"/>
    <dgm:cxn modelId="{A5EE1BB4-E8B4-4CA5-B662-3399DBF40C74}" type="presParOf" srcId="{0DFC1EDE-5CE4-46A3-ABAF-D389A9C97EF4}" destId="{F162A742-1821-43C5-A61D-FF2AC0B0944B}" srcOrd="1" destOrd="0" presId="urn:microsoft.com/office/officeart/2009/3/layout/HorizontalOrganizationChart"/>
    <dgm:cxn modelId="{E167D6B1-2EAF-4E67-A703-B5071A576B5A}" type="presParOf" srcId="{F162A742-1821-43C5-A61D-FF2AC0B0944B}" destId="{7C3AE640-5B41-46CD-A5A1-499B74FEFD6D}" srcOrd="0" destOrd="0" presId="urn:microsoft.com/office/officeart/2009/3/layout/HorizontalOrganizationChart"/>
    <dgm:cxn modelId="{5086BAFF-7C18-48BA-8112-4B79257F705E}" type="presParOf" srcId="{F162A742-1821-43C5-A61D-FF2AC0B0944B}" destId="{D858EC20-6E6B-431C-907A-A3AA76F97B68}" srcOrd="1" destOrd="0" presId="urn:microsoft.com/office/officeart/2009/3/layout/HorizontalOrganizationChart"/>
    <dgm:cxn modelId="{5F899991-003C-41B3-811B-0314F8C8135A}" type="presParOf" srcId="{D858EC20-6E6B-431C-907A-A3AA76F97B68}" destId="{1FA0E959-E6F3-42C3-B05E-C8F39517148A}" srcOrd="0" destOrd="0" presId="urn:microsoft.com/office/officeart/2009/3/layout/HorizontalOrganizationChart"/>
    <dgm:cxn modelId="{18BDFF47-9ECC-443C-8EDB-5A953C619450}" type="presParOf" srcId="{1FA0E959-E6F3-42C3-B05E-C8F39517148A}" destId="{19247730-B405-4390-9E63-6FAD2E13011F}" srcOrd="0" destOrd="0" presId="urn:microsoft.com/office/officeart/2009/3/layout/HorizontalOrganizationChart"/>
    <dgm:cxn modelId="{B01239D7-5B9B-4CB2-BFCD-5E87C8BEB071}" type="presParOf" srcId="{1FA0E959-E6F3-42C3-B05E-C8F39517148A}" destId="{3BD63391-B112-4E34-8D0F-9CBA80266411}" srcOrd="1" destOrd="0" presId="urn:microsoft.com/office/officeart/2009/3/layout/HorizontalOrganizationChart"/>
    <dgm:cxn modelId="{7FA6D704-E4CA-4D84-A365-FB51D5DC5546}" type="presParOf" srcId="{D858EC20-6E6B-431C-907A-A3AA76F97B68}" destId="{7194F62A-0E7C-49FA-AE71-632FA86D3368}" srcOrd="1" destOrd="0" presId="urn:microsoft.com/office/officeart/2009/3/layout/HorizontalOrganizationChart"/>
    <dgm:cxn modelId="{05EAAF11-9E71-43B6-A4C9-67259D255153}" type="presParOf" srcId="{D858EC20-6E6B-431C-907A-A3AA76F97B68}" destId="{D90CD323-D770-4C6A-9AC8-82E522694531}" srcOrd="2" destOrd="0" presId="urn:microsoft.com/office/officeart/2009/3/layout/HorizontalOrganizationChart"/>
    <dgm:cxn modelId="{BC01C5F5-5AFF-46F6-970E-9620980B82C5}" type="presParOf" srcId="{F162A742-1821-43C5-A61D-FF2AC0B0944B}" destId="{7B8CE325-0B61-44FF-BB94-076EB5108B72}" srcOrd="2" destOrd="0" presId="urn:microsoft.com/office/officeart/2009/3/layout/HorizontalOrganizationChart"/>
    <dgm:cxn modelId="{279F17BC-DD1E-4BC4-AB3B-E0D576ADDEC6}" type="presParOf" srcId="{F162A742-1821-43C5-A61D-FF2AC0B0944B}" destId="{8DDAA7FE-E31B-4ED6-B273-836AE7E6CB3D}" srcOrd="3" destOrd="0" presId="urn:microsoft.com/office/officeart/2009/3/layout/HorizontalOrganizationChart"/>
    <dgm:cxn modelId="{8CEA13EE-2C87-4F58-9032-56C881C12180}" type="presParOf" srcId="{8DDAA7FE-E31B-4ED6-B273-836AE7E6CB3D}" destId="{7056BCF9-CD20-434A-B16A-390EA6381C68}" srcOrd="0" destOrd="0" presId="urn:microsoft.com/office/officeart/2009/3/layout/HorizontalOrganizationChart"/>
    <dgm:cxn modelId="{3192BE9C-4D77-4C0A-A504-225A73194791}" type="presParOf" srcId="{7056BCF9-CD20-434A-B16A-390EA6381C68}" destId="{9594EE95-C8A6-4DA4-A295-126B23099128}" srcOrd="0" destOrd="0" presId="urn:microsoft.com/office/officeart/2009/3/layout/HorizontalOrganizationChart"/>
    <dgm:cxn modelId="{7F5A1A6B-36CE-478E-8E49-FD7CFE76D02C}" type="presParOf" srcId="{7056BCF9-CD20-434A-B16A-390EA6381C68}" destId="{DB10F3BF-CFC6-48C4-97D5-2E7EEF107A6D}" srcOrd="1" destOrd="0" presId="urn:microsoft.com/office/officeart/2009/3/layout/HorizontalOrganizationChart"/>
    <dgm:cxn modelId="{EEDE9A2F-F244-4FA6-A631-6206D013ECB6}" type="presParOf" srcId="{8DDAA7FE-E31B-4ED6-B273-836AE7E6CB3D}" destId="{F2887DEB-32C6-4DCC-90D0-4D4CAEF0C098}" srcOrd="1" destOrd="0" presId="urn:microsoft.com/office/officeart/2009/3/layout/HorizontalOrganizationChart"/>
    <dgm:cxn modelId="{C58DD487-3E2C-4335-933F-03054FFC28A2}" type="presParOf" srcId="{8DDAA7FE-E31B-4ED6-B273-836AE7E6CB3D}" destId="{A5A5FBD4-866D-4605-9255-FDD37FAF82AE}" srcOrd="2" destOrd="0" presId="urn:microsoft.com/office/officeart/2009/3/layout/HorizontalOrganizationChart"/>
    <dgm:cxn modelId="{179A8B77-9C02-4408-AEC3-762605601E7B}" type="presParOf" srcId="{F162A742-1821-43C5-A61D-FF2AC0B0944B}" destId="{8A9FA589-CD13-4455-8AEC-4240073DFB08}" srcOrd="4" destOrd="0" presId="urn:microsoft.com/office/officeart/2009/3/layout/HorizontalOrganizationChart"/>
    <dgm:cxn modelId="{DC501AF7-E02E-47AC-B5C2-C36D77A969D5}" type="presParOf" srcId="{F162A742-1821-43C5-A61D-FF2AC0B0944B}" destId="{1E0573FC-D948-4871-93C2-D3CE98107264}" srcOrd="5" destOrd="0" presId="urn:microsoft.com/office/officeart/2009/3/layout/HorizontalOrganizationChart"/>
    <dgm:cxn modelId="{A6312FFE-50FB-43D2-A4C0-7555E3AFE526}" type="presParOf" srcId="{1E0573FC-D948-4871-93C2-D3CE98107264}" destId="{D92EE8C6-C5AD-445C-9E5C-CFF1C345F7C2}" srcOrd="0" destOrd="0" presId="urn:microsoft.com/office/officeart/2009/3/layout/HorizontalOrganizationChart"/>
    <dgm:cxn modelId="{09533808-9E46-4A55-855F-7C2EB92E4615}" type="presParOf" srcId="{D92EE8C6-C5AD-445C-9E5C-CFF1C345F7C2}" destId="{2BA9A1C5-8798-4CC7-87C5-C9319E0B3AA9}" srcOrd="0" destOrd="0" presId="urn:microsoft.com/office/officeart/2009/3/layout/HorizontalOrganizationChart"/>
    <dgm:cxn modelId="{CEBE2BEB-5686-4304-BB62-78C69CBB5848}" type="presParOf" srcId="{D92EE8C6-C5AD-445C-9E5C-CFF1C345F7C2}" destId="{A2A0977D-6F06-4E1D-BE17-2742352F0D06}" srcOrd="1" destOrd="0" presId="urn:microsoft.com/office/officeart/2009/3/layout/HorizontalOrganizationChart"/>
    <dgm:cxn modelId="{E512837F-8830-420C-8376-50B3980EF6A5}" type="presParOf" srcId="{1E0573FC-D948-4871-93C2-D3CE98107264}" destId="{2DB880C0-3506-4B1D-8A2E-A9A2476E5EAA}" srcOrd="1" destOrd="0" presId="urn:microsoft.com/office/officeart/2009/3/layout/HorizontalOrganizationChart"/>
    <dgm:cxn modelId="{8CDEEAE7-A61B-4811-81EC-64DD9A422801}" type="presParOf" srcId="{1E0573FC-D948-4871-93C2-D3CE98107264}" destId="{E4D24309-2F54-4225-B44E-87A6AFB3235A}" srcOrd="2" destOrd="0" presId="urn:microsoft.com/office/officeart/2009/3/layout/HorizontalOrganizationChart"/>
    <dgm:cxn modelId="{F3C1C46E-7F06-40A2-B552-65A22C96C1B9}" type="presParOf" srcId="{0DFC1EDE-5CE4-46A3-ABAF-D389A9C97EF4}" destId="{0F1A7C3A-8BBC-4D5D-BF35-AA30C3BF565F}"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A2793E-E328-4F1D-90CF-AB23A245434C}"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309B96C9-1921-43B5-97FB-796D5B170015}">
      <dgm:prSet custT="1"/>
      <dgm:spPr/>
      <dgm:t>
        <a:bodyPr/>
        <a:lstStyle/>
        <a:p>
          <a:pPr rtl="0"/>
          <a:r>
            <a:rPr lang="en-US" sz="2200" smtClean="0">
              <a:latin typeface="Cambria" panose="02040503050406030204" pitchFamily="18" charset="0"/>
            </a:rPr>
            <a:t>Two types of I/O devices</a:t>
          </a:r>
          <a:endParaRPr lang="en-US" sz="2200">
            <a:latin typeface="Cambria" panose="02040503050406030204" pitchFamily="18" charset="0"/>
          </a:endParaRPr>
        </a:p>
      </dgm:t>
    </dgm:pt>
    <dgm:pt modelId="{3E4FEB76-D963-4E61-AD7E-E94F81E54BE7}" type="parTrans" cxnId="{07CCF55B-E969-425F-B370-5635ECE71D96}">
      <dgm:prSet/>
      <dgm:spPr/>
      <dgm:t>
        <a:bodyPr/>
        <a:lstStyle/>
        <a:p>
          <a:endParaRPr lang="en-US"/>
        </a:p>
      </dgm:t>
    </dgm:pt>
    <dgm:pt modelId="{16A2A4C6-A855-4C26-8C46-37544D8A2B1F}" type="sibTrans" cxnId="{07CCF55B-E969-425F-B370-5635ECE71D96}">
      <dgm:prSet/>
      <dgm:spPr/>
      <dgm:t>
        <a:bodyPr/>
        <a:lstStyle/>
        <a:p>
          <a:endParaRPr lang="en-US"/>
        </a:p>
      </dgm:t>
    </dgm:pt>
    <dgm:pt modelId="{4398DC2F-7D1E-4F81-BE87-692DC06489BA}">
      <dgm:prSet custT="1"/>
      <dgm:spPr/>
      <dgm:t>
        <a:bodyPr/>
        <a:lstStyle/>
        <a:p>
          <a:pPr rtl="0"/>
          <a:r>
            <a:rPr lang="en-US" sz="2200" smtClean="0">
              <a:latin typeface="Cambria" panose="02040503050406030204" pitchFamily="18" charset="0"/>
            </a:rPr>
            <a:t>block, character</a:t>
          </a:r>
          <a:endParaRPr lang="en-US" sz="2200">
            <a:latin typeface="Cambria" panose="02040503050406030204" pitchFamily="18" charset="0"/>
          </a:endParaRPr>
        </a:p>
      </dgm:t>
    </dgm:pt>
    <dgm:pt modelId="{4252BDD7-0713-4328-87D2-1BBC00EA5241}" type="parTrans" cxnId="{FE5167F8-3DBF-48CA-AFF8-48B9534DB6EC}">
      <dgm:prSet/>
      <dgm:spPr/>
      <dgm:t>
        <a:bodyPr/>
        <a:lstStyle/>
        <a:p>
          <a:endParaRPr lang="en-US"/>
        </a:p>
      </dgm:t>
    </dgm:pt>
    <dgm:pt modelId="{380A0AEF-A2DE-40F6-8ED2-6DFB7DC7078E}" type="sibTrans" cxnId="{FE5167F8-3DBF-48CA-AFF8-48B9534DB6EC}">
      <dgm:prSet/>
      <dgm:spPr/>
      <dgm:t>
        <a:bodyPr/>
        <a:lstStyle/>
        <a:p>
          <a:endParaRPr lang="en-US"/>
        </a:p>
      </dgm:t>
    </dgm:pt>
    <dgm:pt modelId="{E1335800-AB02-4F45-9409-F5ECE56C8C2C}">
      <dgm:prSet custT="1"/>
      <dgm:spPr/>
      <dgm:t>
        <a:bodyPr/>
        <a:lstStyle/>
        <a:p>
          <a:pPr rtl="0"/>
          <a:r>
            <a:rPr lang="en-US" sz="2200" smtClean="0">
              <a:latin typeface="Cambria" panose="02040503050406030204" pitchFamily="18" charset="0"/>
            </a:rPr>
            <a:t>Block device:</a:t>
          </a:r>
          <a:endParaRPr lang="en-US" sz="2200">
            <a:latin typeface="Cambria" panose="02040503050406030204" pitchFamily="18" charset="0"/>
          </a:endParaRPr>
        </a:p>
      </dgm:t>
    </dgm:pt>
    <dgm:pt modelId="{534503D1-5460-4687-892E-0C3A3B6A2A77}" type="parTrans" cxnId="{F9DEF820-CFDA-4BC0-9BE4-0207F0BC75C0}">
      <dgm:prSet/>
      <dgm:spPr/>
      <dgm:t>
        <a:bodyPr/>
        <a:lstStyle/>
        <a:p>
          <a:endParaRPr lang="en-US"/>
        </a:p>
      </dgm:t>
    </dgm:pt>
    <dgm:pt modelId="{D47DD120-A11B-4CA0-A37F-E83C12BA936A}" type="sibTrans" cxnId="{F9DEF820-CFDA-4BC0-9BE4-0207F0BC75C0}">
      <dgm:prSet/>
      <dgm:spPr/>
      <dgm:t>
        <a:bodyPr/>
        <a:lstStyle/>
        <a:p>
          <a:endParaRPr lang="en-US"/>
        </a:p>
      </dgm:t>
    </dgm:pt>
    <dgm:pt modelId="{3B858D4C-61BD-4C02-9855-5F78BC2DAA87}">
      <dgm:prSet custT="1"/>
      <dgm:spPr/>
      <dgm:t>
        <a:bodyPr/>
        <a:lstStyle/>
        <a:p>
          <a:pPr rtl="0"/>
          <a:r>
            <a:rPr lang="en-US" sz="2200" dirty="0" smtClean="0">
              <a:latin typeface="Cambria" panose="02040503050406030204" pitchFamily="18" charset="0"/>
            </a:rPr>
            <a:t>can read blocks independently of one another</a:t>
          </a:r>
          <a:endParaRPr lang="en-US" sz="2200" dirty="0">
            <a:latin typeface="Cambria" panose="02040503050406030204" pitchFamily="18" charset="0"/>
          </a:endParaRPr>
        </a:p>
      </dgm:t>
    </dgm:pt>
    <dgm:pt modelId="{64EEB04F-0708-4BE3-8C82-0AC75901E44B}" type="parTrans" cxnId="{C4C2ADCC-05FA-4320-B385-7C100A0C68F0}">
      <dgm:prSet/>
      <dgm:spPr/>
      <dgm:t>
        <a:bodyPr/>
        <a:lstStyle/>
        <a:p>
          <a:endParaRPr lang="en-US"/>
        </a:p>
      </dgm:t>
    </dgm:pt>
    <dgm:pt modelId="{954E2246-A267-4665-BC4F-D455D9E25C2B}" type="sibTrans" cxnId="{C4C2ADCC-05FA-4320-B385-7C100A0C68F0}">
      <dgm:prSet/>
      <dgm:spPr/>
      <dgm:t>
        <a:bodyPr/>
        <a:lstStyle/>
        <a:p>
          <a:endParaRPr lang="en-US"/>
        </a:p>
      </dgm:t>
    </dgm:pt>
    <dgm:pt modelId="{A842AE3B-C7E1-423A-B1CF-EE87116A384F}">
      <dgm:prSet custT="1"/>
      <dgm:spPr/>
      <dgm:t>
        <a:bodyPr/>
        <a:lstStyle/>
        <a:p>
          <a:pPr rtl="0"/>
          <a:r>
            <a:rPr lang="en-US" sz="2200" dirty="0" smtClean="0">
              <a:latin typeface="Cambria" panose="02040503050406030204" pitchFamily="18" charset="0"/>
            </a:rPr>
            <a:t>Hard disks, CD-ROMs, USB sticks</a:t>
          </a:r>
          <a:endParaRPr lang="en-US" sz="2200" dirty="0">
            <a:latin typeface="Cambria" panose="02040503050406030204" pitchFamily="18" charset="0"/>
          </a:endParaRPr>
        </a:p>
      </dgm:t>
    </dgm:pt>
    <dgm:pt modelId="{F4EAF653-076E-4DDF-855D-EC0619E2EE86}" type="parTrans" cxnId="{13538366-8945-4C16-A45E-0FBFB453ED13}">
      <dgm:prSet/>
      <dgm:spPr/>
      <dgm:t>
        <a:bodyPr/>
        <a:lstStyle/>
        <a:p>
          <a:endParaRPr lang="en-US"/>
        </a:p>
      </dgm:t>
    </dgm:pt>
    <dgm:pt modelId="{5FB20E6B-D13A-421B-B314-E69D78C9CB6D}" type="sibTrans" cxnId="{13538366-8945-4C16-A45E-0FBFB453ED13}">
      <dgm:prSet/>
      <dgm:spPr/>
      <dgm:t>
        <a:bodyPr/>
        <a:lstStyle/>
        <a:p>
          <a:endParaRPr lang="en-US"/>
        </a:p>
      </dgm:t>
    </dgm:pt>
    <dgm:pt modelId="{236E1703-7AA2-4922-BE9B-D0E0E6ECC0F3}">
      <dgm:prSet custT="1"/>
      <dgm:spPr/>
      <dgm:t>
        <a:bodyPr/>
        <a:lstStyle/>
        <a:p>
          <a:pPr rtl="0"/>
          <a:r>
            <a:rPr lang="en-US" sz="2200" smtClean="0">
              <a:latin typeface="Cambria" panose="02040503050406030204" pitchFamily="18" charset="0"/>
            </a:rPr>
            <a:t>512  bytes to 32,768 bytes</a:t>
          </a:r>
          <a:endParaRPr lang="en-US" sz="2200">
            <a:latin typeface="Cambria" panose="02040503050406030204" pitchFamily="18" charset="0"/>
          </a:endParaRPr>
        </a:p>
      </dgm:t>
    </dgm:pt>
    <dgm:pt modelId="{E7DC4C3B-1C00-4D4A-82F8-A78A8623C8B2}" type="parTrans" cxnId="{64DA7201-E62A-444E-B9C5-83A8117088C2}">
      <dgm:prSet/>
      <dgm:spPr/>
      <dgm:t>
        <a:bodyPr/>
        <a:lstStyle/>
        <a:p>
          <a:endParaRPr lang="en-US"/>
        </a:p>
      </dgm:t>
    </dgm:pt>
    <dgm:pt modelId="{7F3ED2F2-8AA3-49C7-8C12-D9E509E55E72}" type="sibTrans" cxnId="{64DA7201-E62A-444E-B9C5-83A8117088C2}">
      <dgm:prSet/>
      <dgm:spPr/>
      <dgm:t>
        <a:bodyPr/>
        <a:lstStyle/>
        <a:p>
          <a:endParaRPr lang="en-US"/>
        </a:p>
      </dgm:t>
    </dgm:pt>
    <dgm:pt modelId="{3EEDA1CE-2C48-4F7E-840C-974F8D273D2B}">
      <dgm:prSet custT="1"/>
      <dgm:spPr/>
      <dgm:t>
        <a:bodyPr/>
        <a:lstStyle/>
        <a:p>
          <a:pPr rtl="0"/>
          <a:r>
            <a:rPr lang="en-US" sz="2200" smtClean="0">
              <a:latin typeface="Cambria" panose="02040503050406030204" pitchFamily="18" charset="0"/>
            </a:rPr>
            <a:t>Character device:</a:t>
          </a:r>
          <a:endParaRPr lang="en-US" sz="2200">
            <a:latin typeface="Cambria" panose="02040503050406030204" pitchFamily="18" charset="0"/>
          </a:endParaRPr>
        </a:p>
      </dgm:t>
    </dgm:pt>
    <dgm:pt modelId="{CDB1A655-130E-4803-B162-4DB0C907B0D4}" type="parTrans" cxnId="{EA14F65C-CF8E-47B3-9B80-DEF1CC84661C}">
      <dgm:prSet/>
      <dgm:spPr/>
      <dgm:t>
        <a:bodyPr/>
        <a:lstStyle/>
        <a:p>
          <a:endParaRPr lang="en-US"/>
        </a:p>
      </dgm:t>
    </dgm:pt>
    <dgm:pt modelId="{79C63B7E-A710-4E6E-9729-DC0B5BB4B904}" type="sibTrans" cxnId="{EA14F65C-CF8E-47B3-9B80-DEF1CC84661C}">
      <dgm:prSet/>
      <dgm:spPr/>
      <dgm:t>
        <a:bodyPr/>
        <a:lstStyle/>
        <a:p>
          <a:endParaRPr lang="en-US"/>
        </a:p>
      </dgm:t>
    </dgm:pt>
    <dgm:pt modelId="{0FE80D7F-287F-4D3E-BEBF-AFC4CA058C0D}">
      <dgm:prSet custT="1"/>
      <dgm:spPr/>
      <dgm:t>
        <a:bodyPr/>
        <a:lstStyle/>
        <a:p>
          <a:pPr rtl="0"/>
          <a:r>
            <a:rPr lang="en-US" sz="2200" dirty="0" smtClean="0">
              <a:latin typeface="Cambria" panose="02040503050406030204" pitchFamily="18" charset="0"/>
            </a:rPr>
            <a:t>accepts characters without regard to block structure</a:t>
          </a:r>
          <a:endParaRPr lang="en-US" sz="2200" dirty="0">
            <a:latin typeface="Cambria" panose="02040503050406030204" pitchFamily="18" charset="0"/>
          </a:endParaRPr>
        </a:p>
      </dgm:t>
    </dgm:pt>
    <dgm:pt modelId="{C0705F14-E715-457A-90E5-F29FD2D62BB3}" type="parTrans" cxnId="{668A3441-FC4A-402F-84EE-7500DD22BABF}">
      <dgm:prSet/>
      <dgm:spPr/>
      <dgm:t>
        <a:bodyPr/>
        <a:lstStyle/>
        <a:p>
          <a:endParaRPr lang="en-US"/>
        </a:p>
      </dgm:t>
    </dgm:pt>
    <dgm:pt modelId="{34DBDF9D-681B-4F9E-946F-2FA57233F77C}" type="sibTrans" cxnId="{668A3441-FC4A-402F-84EE-7500DD22BABF}">
      <dgm:prSet/>
      <dgm:spPr/>
      <dgm:t>
        <a:bodyPr/>
        <a:lstStyle/>
        <a:p>
          <a:endParaRPr lang="en-US"/>
        </a:p>
      </dgm:t>
    </dgm:pt>
    <dgm:pt modelId="{46B9335C-8DB2-489E-8241-1FB3E97E8DB1}">
      <dgm:prSet custT="1"/>
      <dgm:spPr/>
      <dgm:t>
        <a:bodyPr/>
        <a:lstStyle/>
        <a:p>
          <a:pPr rtl="0"/>
          <a:r>
            <a:rPr lang="en-US" sz="2200" smtClean="0">
              <a:latin typeface="Cambria" panose="02040503050406030204" pitchFamily="18" charset="0"/>
            </a:rPr>
            <a:t>Printers, mouse, network interfaces</a:t>
          </a:r>
          <a:endParaRPr lang="en-US" sz="2200">
            <a:latin typeface="Cambria" panose="02040503050406030204" pitchFamily="18" charset="0"/>
          </a:endParaRPr>
        </a:p>
      </dgm:t>
    </dgm:pt>
    <dgm:pt modelId="{06D9855E-52CB-4D9A-AD20-6FDD9A6553D7}" type="parTrans" cxnId="{32412F22-E9CC-4EC0-AB84-0C64D2091946}">
      <dgm:prSet/>
      <dgm:spPr/>
      <dgm:t>
        <a:bodyPr/>
        <a:lstStyle/>
        <a:p>
          <a:endParaRPr lang="en-US"/>
        </a:p>
      </dgm:t>
    </dgm:pt>
    <dgm:pt modelId="{FE0496C6-944C-4C6E-828F-B6DBFB283A5B}" type="sibTrans" cxnId="{32412F22-E9CC-4EC0-AB84-0C64D2091946}">
      <dgm:prSet/>
      <dgm:spPr/>
      <dgm:t>
        <a:bodyPr/>
        <a:lstStyle/>
        <a:p>
          <a:endParaRPr lang="en-US"/>
        </a:p>
      </dgm:t>
    </dgm:pt>
    <dgm:pt modelId="{BC4E1C40-6D71-4E80-94C1-E4AB03EF19BC}">
      <dgm:prSet custT="1"/>
      <dgm:spPr/>
      <dgm:t>
        <a:bodyPr/>
        <a:lstStyle/>
        <a:p>
          <a:pPr rtl="0"/>
          <a:r>
            <a:rPr lang="en-US" sz="2200" dirty="0" smtClean="0">
              <a:latin typeface="Cambria" panose="02040503050406030204" pitchFamily="18" charset="0"/>
            </a:rPr>
            <a:t>Not everything fits:</a:t>
          </a:r>
          <a:endParaRPr lang="en-US" sz="2200" dirty="0">
            <a:latin typeface="Cambria" panose="02040503050406030204" pitchFamily="18" charset="0"/>
          </a:endParaRPr>
        </a:p>
      </dgm:t>
    </dgm:pt>
    <dgm:pt modelId="{D1EC3C49-163C-44FD-AC86-6BCE97D2155F}" type="parTrans" cxnId="{AD0DE33A-4C43-42F4-85C3-08B80B15BD47}">
      <dgm:prSet/>
      <dgm:spPr/>
      <dgm:t>
        <a:bodyPr/>
        <a:lstStyle/>
        <a:p>
          <a:endParaRPr lang="en-US"/>
        </a:p>
      </dgm:t>
    </dgm:pt>
    <dgm:pt modelId="{9EF34E54-4586-4310-BFA4-60CF5E428B12}" type="sibTrans" cxnId="{AD0DE33A-4C43-42F4-85C3-08B80B15BD47}">
      <dgm:prSet/>
      <dgm:spPr/>
      <dgm:t>
        <a:bodyPr/>
        <a:lstStyle/>
        <a:p>
          <a:endParaRPr lang="en-US"/>
        </a:p>
      </dgm:t>
    </dgm:pt>
    <dgm:pt modelId="{E8AB5208-0999-4258-9585-A5DDE00F0D2A}">
      <dgm:prSet custT="1"/>
      <dgm:spPr/>
      <dgm:t>
        <a:bodyPr/>
        <a:lstStyle/>
        <a:p>
          <a:pPr rtl="0"/>
          <a:r>
            <a:rPr lang="en-US" sz="2200" dirty="0" smtClean="0">
              <a:latin typeface="Cambria" panose="02040503050406030204" pitchFamily="18" charset="0"/>
            </a:rPr>
            <a:t>e.g. clocks don’t fit</a:t>
          </a:r>
          <a:endParaRPr lang="en-US" sz="2200" dirty="0">
            <a:latin typeface="Cambria" panose="02040503050406030204" pitchFamily="18" charset="0"/>
          </a:endParaRPr>
        </a:p>
      </dgm:t>
    </dgm:pt>
    <dgm:pt modelId="{79CF93BA-AE59-469C-A28E-94944764CDD6}" type="parTrans" cxnId="{AEB780CD-B476-4156-9268-655174A27242}">
      <dgm:prSet/>
      <dgm:spPr/>
      <dgm:t>
        <a:bodyPr/>
        <a:lstStyle/>
        <a:p>
          <a:endParaRPr lang="en-US"/>
        </a:p>
      </dgm:t>
    </dgm:pt>
    <dgm:pt modelId="{E0A809FE-3E67-473B-B521-A14CBDEE5574}" type="sibTrans" cxnId="{AEB780CD-B476-4156-9268-655174A27242}">
      <dgm:prSet/>
      <dgm:spPr/>
      <dgm:t>
        <a:bodyPr/>
        <a:lstStyle/>
        <a:p>
          <a:endParaRPr lang="en-US"/>
        </a:p>
      </dgm:t>
    </dgm:pt>
    <dgm:pt modelId="{69518118-608F-4B3C-9B50-C2C84E90B987}" type="pres">
      <dgm:prSet presAssocID="{ADA2793E-E328-4F1D-90CF-AB23A245434C}" presName="Name0" presStyleCnt="0">
        <dgm:presLayoutVars>
          <dgm:dir/>
          <dgm:animLvl val="lvl"/>
          <dgm:resizeHandles val="exact"/>
        </dgm:presLayoutVars>
      </dgm:prSet>
      <dgm:spPr/>
      <dgm:t>
        <a:bodyPr/>
        <a:lstStyle/>
        <a:p>
          <a:endParaRPr lang="en-US"/>
        </a:p>
      </dgm:t>
    </dgm:pt>
    <dgm:pt modelId="{104EE39A-13FC-4B25-BDB6-17672CF31F67}" type="pres">
      <dgm:prSet presAssocID="{309B96C9-1921-43B5-97FB-796D5B170015}" presName="linNode" presStyleCnt="0"/>
      <dgm:spPr/>
    </dgm:pt>
    <dgm:pt modelId="{659EA1C5-F813-4A53-B2B4-7710885ADD30}" type="pres">
      <dgm:prSet presAssocID="{309B96C9-1921-43B5-97FB-796D5B170015}" presName="parentText" presStyleLbl="node1" presStyleIdx="0" presStyleCnt="4">
        <dgm:presLayoutVars>
          <dgm:chMax val="1"/>
          <dgm:bulletEnabled val="1"/>
        </dgm:presLayoutVars>
      </dgm:prSet>
      <dgm:spPr/>
      <dgm:t>
        <a:bodyPr/>
        <a:lstStyle/>
        <a:p>
          <a:endParaRPr lang="en-US"/>
        </a:p>
      </dgm:t>
    </dgm:pt>
    <dgm:pt modelId="{FA903D50-A4E1-4E67-BF60-706A26D1DF8A}" type="pres">
      <dgm:prSet presAssocID="{309B96C9-1921-43B5-97FB-796D5B170015}" presName="descendantText" presStyleLbl="alignAccFollowNode1" presStyleIdx="0" presStyleCnt="4">
        <dgm:presLayoutVars>
          <dgm:bulletEnabled val="1"/>
        </dgm:presLayoutVars>
      </dgm:prSet>
      <dgm:spPr/>
      <dgm:t>
        <a:bodyPr/>
        <a:lstStyle/>
        <a:p>
          <a:endParaRPr lang="en-US"/>
        </a:p>
      </dgm:t>
    </dgm:pt>
    <dgm:pt modelId="{684EB122-E640-4425-8339-2A418F709BCD}" type="pres">
      <dgm:prSet presAssocID="{16A2A4C6-A855-4C26-8C46-37544D8A2B1F}" presName="sp" presStyleCnt="0"/>
      <dgm:spPr/>
    </dgm:pt>
    <dgm:pt modelId="{97E90746-43F6-4422-BA7A-A284139E3928}" type="pres">
      <dgm:prSet presAssocID="{E1335800-AB02-4F45-9409-F5ECE56C8C2C}" presName="linNode" presStyleCnt="0"/>
      <dgm:spPr/>
    </dgm:pt>
    <dgm:pt modelId="{C66874A5-8340-48A3-9625-D44094B0ADAA}" type="pres">
      <dgm:prSet presAssocID="{E1335800-AB02-4F45-9409-F5ECE56C8C2C}" presName="parentText" presStyleLbl="node1" presStyleIdx="1" presStyleCnt="4">
        <dgm:presLayoutVars>
          <dgm:chMax val="1"/>
          <dgm:bulletEnabled val="1"/>
        </dgm:presLayoutVars>
      </dgm:prSet>
      <dgm:spPr/>
      <dgm:t>
        <a:bodyPr/>
        <a:lstStyle/>
        <a:p>
          <a:endParaRPr lang="en-US"/>
        </a:p>
      </dgm:t>
    </dgm:pt>
    <dgm:pt modelId="{A7C4B286-41F1-471E-9C2F-17C5FAD9D09D}" type="pres">
      <dgm:prSet presAssocID="{E1335800-AB02-4F45-9409-F5ECE56C8C2C}" presName="descendantText" presStyleLbl="alignAccFollowNode1" presStyleIdx="1" presStyleCnt="4">
        <dgm:presLayoutVars>
          <dgm:bulletEnabled val="1"/>
        </dgm:presLayoutVars>
      </dgm:prSet>
      <dgm:spPr/>
      <dgm:t>
        <a:bodyPr/>
        <a:lstStyle/>
        <a:p>
          <a:endParaRPr lang="en-US"/>
        </a:p>
      </dgm:t>
    </dgm:pt>
    <dgm:pt modelId="{87D23A94-F50A-40C1-9838-6CB6510AC23A}" type="pres">
      <dgm:prSet presAssocID="{D47DD120-A11B-4CA0-A37F-E83C12BA936A}" presName="sp" presStyleCnt="0"/>
      <dgm:spPr/>
    </dgm:pt>
    <dgm:pt modelId="{05178AC2-0D25-4670-BC88-F7CFBA1BAC05}" type="pres">
      <dgm:prSet presAssocID="{3EEDA1CE-2C48-4F7E-840C-974F8D273D2B}" presName="linNode" presStyleCnt="0"/>
      <dgm:spPr/>
    </dgm:pt>
    <dgm:pt modelId="{2BBC1D3F-3F02-45CD-B629-75A62F431EFB}" type="pres">
      <dgm:prSet presAssocID="{3EEDA1CE-2C48-4F7E-840C-974F8D273D2B}" presName="parentText" presStyleLbl="node1" presStyleIdx="2" presStyleCnt="4">
        <dgm:presLayoutVars>
          <dgm:chMax val="1"/>
          <dgm:bulletEnabled val="1"/>
        </dgm:presLayoutVars>
      </dgm:prSet>
      <dgm:spPr/>
      <dgm:t>
        <a:bodyPr/>
        <a:lstStyle/>
        <a:p>
          <a:endParaRPr lang="en-US"/>
        </a:p>
      </dgm:t>
    </dgm:pt>
    <dgm:pt modelId="{F1F8509A-1972-428A-99B7-686A11AFB916}" type="pres">
      <dgm:prSet presAssocID="{3EEDA1CE-2C48-4F7E-840C-974F8D273D2B}" presName="descendantText" presStyleLbl="alignAccFollowNode1" presStyleIdx="2" presStyleCnt="4">
        <dgm:presLayoutVars>
          <dgm:bulletEnabled val="1"/>
        </dgm:presLayoutVars>
      </dgm:prSet>
      <dgm:spPr/>
      <dgm:t>
        <a:bodyPr/>
        <a:lstStyle/>
        <a:p>
          <a:endParaRPr lang="en-US"/>
        </a:p>
      </dgm:t>
    </dgm:pt>
    <dgm:pt modelId="{B9783089-C693-4FC3-A898-CDD02ABEE320}" type="pres">
      <dgm:prSet presAssocID="{79C63B7E-A710-4E6E-9729-DC0B5BB4B904}" presName="sp" presStyleCnt="0"/>
      <dgm:spPr/>
    </dgm:pt>
    <dgm:pt modelId="{B8815DC8-B47E-4829-B3C9-6A01E1D1E944}" type="pres">
      <dgm:prSet presAssocID="{BC4E1C40-6D71-4E80-94C1-E4AB03EF19BC}" presName="linNode" presStyleCnt="0"/>
      <dgm:spPr/>
    </dgm:pt>
    <dgm:pt modelId="{67231E76-25D2-40D2-AD3E-CB13D477BD1D}" type="pres">
      <dgm:prSet presAssocID="{BC4E1C40-6D71-4E80-94C1-E4AB03EF19BC}" presName="parentText" presStyleLbl="node1" presStyleIdx="3" presStyleCnt="4">
        <dgm:presLayoutVars>
          <dgm:chMax val="1"/>
          <dgm:bulletEnabled val="1"/>
        </dgm:presLayoutVars>
      </dgm:prSet>
      <dgm:spPr/>
      <dgm:t>
        <a:bodyPr/>
        <a:lstStyle/>
        <a:p>
          <a:endParaRPr lang="en-US"/>
        </a:p>
      </dgm:t>
    </dgm:pt>
    <dgm:pt modelId="{FBD370D8-9142-4597-B480-8C14D0B51535}" type="pres">
      <dgm:prSet presAssocID="{BC4E1C40-6D71-4E80-94C1-E4AB03EF19BC}" presName="descendantText" presStyleLbl="alignAccFollowNode1" presStyleIdx="3" presStyleCnt="4">
        <dgm:presLayoutVars>
          <dgm:bulletEnabled val="1"/>
        </dgm:presLayoutVars>
      </dgm:prSet>
      <dgm:spPr/>
      <dgm:t>
        <a:bodyPr/>
        <a:lstStyle/>
        <a:p>
          <a:endParaRPr lang="en-US"/>
        </a:p>
      </dgm:t>
    </dgm:pt>
  </dgm:ptLst>
  <dgm:cxnLst>
    <dgm:cxn modelId="{EA14F65C-CF8E-47B3-9B80-DEF1CC84661C}" srcId="{ADA2793E-E328-4F1D-90CF-AB23A245434C}" destId="{3EEDA1CE-2C48-4F7E-840C-974F8D273D2B}" srcOrd="2" destOrd="0" parTransId="{CDB1A655-130E-4803-B162-4DB0C907B0D4}" sibTransId="{79C63B7E-A710-4E6E-9729-DC0B5BB4B904}"/>
    <dgm:cxn modelId="{788E27D8-8F51-46AE-996C-3B9C6BB76646}" type="presOf" srcId="{E8AB5208-0999-4258-9585-A5DDE00F0D2A}" destId="{FBD370D8-9142-4597-B480-8C14D0B51535}" srcOrd="0" destOrd="0" presId="urn:microsoft.com/office/officeart/2005/8/layout/vList5"/>
    <dgm:cxn modelId="{C0D04A2D-028B-4CEB-B3B6-D6DFE8BD2D2A}" type="presOf" srcId="{3EEDA1CE-2C48-4F7E-840C-974F8D273D2B}" destId="{2BBC1D3F-3F02-45CD-B629-75A62F431EFB}" srcOrd="0" destOrd="0" presId="urn:microsoft.com/office/officeart/2005/8/layout/vList5"/>
    <dgm:cxn modelId="{FE5167F8-3DBF-48CA-AFF8-48B9534DB6EC}" srcId="{309B96C9-1921-43B5-97FB-796D5B170015}" destId="{4398DC2F-7D1E-4F81-BE87-692DC06489BA}" srcOrd="0" destOrd="0" parTransId="{4252BDD7-0713-4328-87D2-1BBC00EA5241}" sibTransId="{380A0AEF-A2DE-40F6-8ED2-6DFB7DC7078E}"/>
    <dgm:cxn modelId="{C4C2ADCC-05FA-4320-B385-7C100A0C68F0}" srcId="{E1335800-AB02-4F45-9409-F5ECE56C8C2C}" destId="{3B858D4C-61BD-4C02-9855-5F78BC2DAA87}" srcOrd="0" destOrd="0" parTransId="{64EEB04F-0708-4BE3-8C82-0AC75901E44B}" sibTransId="{954E2246-A267-4665-BC4F-D455D9E25C2B}"/>
    <dgm:cxn modelId="{32412F22-E9CC-4EC0-AB84-0C64D2091946}" srcId="{3EEDA1CE-2C48-4F7E-840C-974F8D273D2B}" destId="{46B9335C-8DB2-489E-8241-1FB3E97E8DB1}" srcOrd="1" destOrd="0" parTransId="{06D9855E-52CB-4D9A-AD20-6FDD9A6553D7}" sibTransId="{FE0496C6-944C-4C6E-828F-B6DBFB283A5B}"/>
    <dgm:cxn modelId="{64DA7201-E62A-444E-B9C5-83A8117088C2}" srcId="{E1335800-AB02-4F45-9409-F5ECE56C8C2C}" destId="{236E1703-7AA2-4922-BE9B-D0E0E6ECC0F3}" srcOrd="2" destOrd="0" parTransId="{E7DC4C3B-1C00-4D4A-82F8-A78A8623C8B2}" sibTransId="{7F3ED2F2-8AA3-49C7-8C12-D9E509E55E72}"/>
    <dgm:cxn modelId="{07CCF55B-E969-425F-B370-5635ECE71D96}" srcId="{ADA2793E-E328-4F1D-90CF-AB23A245434C}" destId="{309B96C9-1921-43B5-97FB-796D5B170015}" srcOrd="0" destOrd="0" parTransId="{3E4FEB76-D963-4E61-AD7E-E94F81E54BE7}" sibTransId="{16A2A4C6-A855-4C26-8C46-37544D8A2B1F}"/>
    <dgm:cxn modelId="{F7A79928-CE33-47C3-91B7-91AE6AD15755}" type="presOf" srcId="{46B9335C-8DB2-489E-8241-1FB3E97E8DB1}" destId="{F1F8509A-1972-428A-99B7-686A11AFB916}" srcOrd="0" destOrd="1" presId="urn:microsoft.com/office/officeart/2005/8/layout/vList5"/>
    <dgm:cxn modelId="{DEB3C4B4-7099-40B6-BE7D-A24380C782F4}" type="presOf" srcId="{309B96C9-1921-43B5-97FB-796D5B170015}" destId="{659EA1C5-F813-4A53-B2B4-7710885ADD30}" srcOrd="0" destOrd="0" presId="urn:microsoft.com/office/officeart/2005/8/layout/vList5"/>
    <dgm:cxn modelId="{EDC0116A-6CD7-4573-9925-F6EB540D405F}" type="presOf" srcId="{ADA2793E-E328-4F1D-90CF-AB23A245434C}" destId="{69518118-608F-4B3C-9B50-C2C84E90B987}" srcOrd="0" destOrd="0" presId="urn:microsoft.com/office/officeart/2005/8/layout/vList5"/>
    <dgm:cxn modelId="{13538366-8945-4C16-A45E-0FBFB453ED13}" srcId="{E1335800-AB02-4F45-9409-F5ECE56C8C2C}" destId="{A842AE3B-C7E1-423A-B1CF-EE87116A384F}" srcOrd="1" destOrd="0" parTransId="{F4EAF653-076E-4DDF-855D-EC0619E2EE86}" sibTransId="{5FB20E6B-D13A-421B-B314-E69D78C9CB6D}"/>
    <dgm:cxn modelId="{AEB780CD-B476-4156-9268-655174A27242}" srcId="{BC4E1C40-6D71-4E80-94C1-E4AB03EF19BC}" destId="{E8AB5208-0999-4258-9585-A5DDE00F0D2A}" srcOrd="0" destOrd="0" parTransId="{79CF93BA-AE59-469C-A28E-94944764CDD6}" sibTransId="{E0A809FE-3E67-473B-B521-A14CBDEE5574}"/>
    <dgm:cxn modelId="{1773371B-6A54-4805-A350-2C249A136A91}" type="presOf" srcId="{4398DC2F-7D1E-4F81-BE87-692DC06489BA}" destId="{FA903D50-A4E1-4E67-BF60-706A26D1DF8A}" srcOrd="0" destOrd="0" presId="urn:microsoft.com/office/officeart/2005/8/layout/vList5"/>
    <dgm:cxn modelId="{9412E7DD-F318-4EC7-BD7E-7A6D96D23542}" type="presOf" srcId="{BC4E1C40-6D71-4E80-94C1-E4AB03EF19BC}" destId="{67231E76-25D2-40D2-AD3E-CB13D477BD1D}" srcOrd="0" destOrd="0" presId="urn:microsoft.com/office/officeart/2005/8/layout/vList5"/>
    <dgm:cxn modelId="{F9DEF820-CFDA-4BC0-9BE4-0207F0BC75C0}" srcId="{ADA2793E-E328-4F1D-90CF-AB23A245434C}" destId="{E1335800-AB02-4F45-9409-F5ECE56C8C2C}" srcOrd="1" destOrd="0" parTransId="{534503D1-5460-4687-892E-0C3A3B6A2A77}" sibTransId="{D47DD120-A11B-4CA0-A37F-E83C12BA936A}"/>
    <dgm:cxn modelId="{EB9C2D52-8A11-407D-A803-8929C5C6454A}" type="presOf" srcId="{236E1703-7AA2-4922-BE9B-D0E0E6ECC0F3}" destId="{A7C4B286-41F1-471E-9C2F-17C5FAD9D09D}" srcOrd="0" destOrd="2" presId="urn:microsoft.com/office/officeart/2005/8/layout/vList5"/>
    <dgm:cxn modelId="{80E2CE01-E581-483F-8BC3-10A4B6B1A9F3}" type="presOf" srcId="{E1335800-AB02-4F45-9409-F5ECE56C8C2C}" destId="{C66874A5-8340-48A3-9625-D44094B0ADAA}" srcOrd="0" destOrd="0" presId="urn:microsoft.com/office/officeart/2005/8/layout/vList5"/>
    <dgm:cxn modelId="{AD0DE33A-4C43-42F4-85C3-08B80B15BD47}" srcId="{ADA2793E-E328-4F1D-90CF-AB23A245434C}" destId="{BC4E1C40-6D71-4E80-94C1-E4AB03EF19BC}" srcOrd="3" destOrd="0" parTransId="{D1EC3C49-163C-44FD-AC86-6BCE97D2155F}" sibTransId="{9EF34E54-4586-4310-BFA4-60CF5E428B12}"/>
    <dgm:cxn modelId="{DE98058B-1426-4DBA-923E-0CE56125AEB2}" type="presOf" srcId="{A842AE3B-C7E1-423A-B1CF-EE87116A384F}" destId="{A7C4B286-41F1-471E-9C2F-17C5FAD9D09D}" srcOrd="0" destOrd="1" presId="urn:microsoft.com/office/officeart/2005/8/layout/vList5"/>
    <dgm:cxn modelId="{5DFE841E-155F-4B1D-8DAA-E0776D6123A1}" type="presOf" srcId="{3B858D4C-61BD-4C02-9855-5F78BC2DAA87}" destId="{A7C4B286-41F1-471E-9C2F-17C5FAD9D09D}" srcOrd="0" destOrd="0" presId="urn:microsoft.com/office/officeart/2005/8/layout/vList5"/>
    <dgm:cxn modelId="{7ED15D36-A184-49DA-8F56-0C53D5E3414F}" type="presOf" srcId="{0FE80D7F-287F-4D3E-BEBF-AFC4CA058C0D}" destId="{F1F8509A-1972-428A-99B7-686A11AFB916}" srcOrd="0" destOrd="0" presId="urn:microsoft.com/office/officeart/2005/8/layout/vList5"/>
    <dgm:cxn modelId="{668A3441-FC4A-402F-84EE-7500DD22BABF}" srcId="{3EEDA1CE-2C48-4F7E-840C-974F8D273D2B}" destId="{0FE80D7F-287F-4D3E-BEBF-AFC4CA058C0D}" srcOrd="0" destOrd="0" parTransId="{C0705F14-E715-457A-90E5-F29FD2D62BB3}" sibTransId="{34DBDF9D-681B-4F9E-946F-2FA57233F77C}"/>
    <dgm:cxn modelId="{6FF4A4B2-972E-4B99-AAFA-A7491BDD359B}" type="presParOf" srcId="{69518118-608F-4B3C-9B50-C2C84E90B987}" destId="{104EE39A-13FC-4B25-BDB6-17672CF31F67}" srcOrd="0" destOrd="0" presId="urn:microsoft.com/office/officeart/2005/8/layout/vList5"/>
    <dgm:cxn modelId="{38A2EA5E-A639-4EF2-90CA-4036D666CA85}" type="presParOf" srcId="{104EE39A-13FC-4B25-BDB6-17672CF31F67}" destId="{659EA1C5-F813-4A53-B2B4-7710885ADD30}" srcOrd="0" destOrd="0" presId="urn:microsoft.com/office/officeart/2005/8/layout/vList5"/>
    <dgm:cxn modelId="{B148C93B-1523-4E47-BE89-52FA515BCD11}" type="presParOf" srcId="{104EE39A-13FC-4B25-BDB6-17672CF31F67}" destId="{FA903D50-A4E1-4E67-BF60-706A26D1DF8A}" srcOrd="1" destOrd="0" presId="urn:microsoft.com/office/officeart/2005/8/layout/vList5"/>
    <dgm:cxn modelId="{58CBE61B-3EEE-4FBD-ABB9-B0CE357F0C4F}" type="presParOf" srcId="{69518118-608F-4B3C-9B50-C2C84E90B987}" destId="{684EB122-E640-4425-8339-2A418F709BCD}" srcOrd="1" destOrd="0" presId="urn:microsoft.com/office/officeart/2005/8/layout/vList5"/>
    <dgm:cxn modelId="{974B9E13-10DB-43DA-8A6A-CFD8C3B8A997}" type="presParOf" srcId="{69518118-608F-4B3C-9B50-C2C84E90B987}" destId="{97E90746-43F6-4422-BA7A-A284139E3928}" srcOrd="2" destOrd="0" presId="urn:microsoft.com/office/officeart/2005/8/layout/vList5"/>
    <dgm:cxn modelId="{43652AFB-2879-4718-9440-321874017D49}" type="presParOf" srcId="{97E90746-43F6-4422-BA7A-A284139E3928}" destId="{C66874A5-8340-48A3-9625-D44094B0ADAA}" srcOrd="0" destOrd="0" presId="urn:microsoft.com/office/officeart/2005/8/layout/vList5"/>
    <dgm:cxn modelId="{3058A384-68A8-4FA3-BA5E-D7F2FA0EC5A3}" type="presParOf" srcId="{97E90746-43F6-4422-BA7A-A284139E3928}" destId="{A7C4B286-41F1-471E-9C2F-17C5FAD9D09D}" srcOrd="1" destOrd="0" presId="urn:microsoft.com/office/officeart/2005/8/layout/vList5"/>
    <dgm:cxn modelId="{713FA647-4791-4E5D-81C2-75FCBF6B83D5}" type="presParOf" srcId="{69518118-608F-4B3C-9B50-C2C84E90B987}" destId="{87D23A94-F50A-40C1-9838-6CB6510AC23A}" srcOrd="3" destOrd="0" presId="urn:microsoft.com/office/officeart/2005/8/layout/vList5"/>
    <dgm:cxn modelId="{07A6F7FD-BF12-4E78-926E-EEB4E4C694FD}" type="presParOf" srcId="{69518118-608F-4B3C-9B50-C2C84E90B987}" destId="{05178AC2-0D25-4670-BC88-F7CFBA1BAC05}" srcOrd="4" destOrd="0" presId="urn:microsoft.com/office/officeart/2005/8/layout/vList5"/>
    <dgm:cxn modelId="{961CE173-F930-4516-BB59-F0E8E45F7949}" type="presParOf" srcId="{05178AC2-0D25-4670-BC88-F7CFBA1BAC05}" destId="{2BBC1D3F-3F02-45CD-B629-75A62F431EFB}" srcOrd="0" destOrd="0" presId="urn:microsoft.com/office/officeart/2005/8/layout/vList5"/>
    <dgm:cxn modelId="{AB034CCD-BDBF-448D-A6A8-2F02D1A6D3CE}" type="presParOf" srcId="{05178AC2-0D25-4670-BC88-F7CFBA1BAC05}" destId="{F1F8509A-1972-428A-99B7-686A11AFB916}" srcOrd="1" destOrd="0" presId="urn:microsoft.com/office/officeart/2005/8/layout/vList5"/>
    <dgm:cxn modelId="{AC6E8F04-F950-4E62-BF1A-B9FC94007F0B}" type="presParOf" srcId="{69518118-608F-4B3C-9B50-C2C84E90B987}" destId="{B9783089-C693-4FC3-A898-CDD02ABEE320}" srcOrd="5" destOrd="0" presId="urn:microsoft.com/office/officeart/2005/8/layout/vList5"/>
    <dgm:cxn modelId="{61195DAB-0E5F-4371-A348-8469AB0C291F}" type="presParOf" srcId="{69518118-608F-4B3C-9B50-C2C84E90B987}" destId="{B8815DC8-B47E-4829-B3C9-6A01E1D1E944}" srcOrd="6" destOrd="0" presId="urn:microsoft.com/office/officeart/2005/8/layout/vList5"/>
    <dgm:cxn modelId="{BA430F85-D92D-4435-A853-1802A7A7FB0E}" type="presParOf" srcId="{B8815DC8-B47E-4829-B3C9-6A01E1D1E944}" destId="{67231E76-25D2-40D2-AD3E-CB13D477BD1D}" srcOrd="0" destOrd="0" presId="urn:microsoft.com/office/officeart/2005/8/layout/vList5"/>
    <dgm:cxn modelId="{5287C1E7-9DA8-4878-A925-C27A22A6535E}" type="presParOf" srcId="{B8815DC8-B47E-4829-B3C9-6A01E1D1E944}" destId="{FBD370D8-9142-4597-B480-8C14D0B5153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C18A8B-6B6C-497C-A110-8EA50FEC6A91}" type="doc">
      <dgm:prSet loTypeId="urn:microsoft.com/office/officeart/2005/8/layout/hierarchy3" loCatId="hierarchy" qsTypeId="urn:microsoft.com/office/officeart/2005/8/quickstyle/simple1" qsCatId="simple" csTypeId="urn:microsoft.com/office/officeart/2005/8/colors/accent0_3" csCatId="mainScheme" phldr="1"/>
      <dgm:spPr/>
      <dgm:t>
        <a:bodyPr/>
        <a:lstStyle/>
        <a:p>
          <a:endParaRPr lang="en-US"/>
        </a:p>
      </dgm:t>
    </dgm:pt>
    <dgm:pt modelId="{0AE6EC15-38CB-441F-A2D9-85AD96B008DC}">
      <dgm:prSet custT="1"/>
      <dgm:spPr/>
      <dgm:t>
        <a:bodyPr/>
        <a:lstStyle/>
        <a:p>
          <a:pPr rtl="0"/>
          <a:r>
            <a:rPr lang="en-US" sz="2200" smtClean="0">
              <a:latin typeface="Cambria" panose="02040503050406030204" pitchFamily="18" charset="0"/>
            </a:rPr>
            <a:t>I/O unit has two components:</a:t>
          </a:r>
          <a:endParaRPr lang="en-US" sz="2200">
            <a:latin typeface="Cambria" panose="02040503050406030204" pitchFamily="18" charset="0"/>
          </a:endParaRPr>
        </a:p>
      </dgm:t>
    </dgm:pt>
    <dgm:pt modelId="{29AED405-741A-4CEE-A744-5C02E3425FAA}" type="parTrans" cxnId="{08B017FA-7E9A-4094-A45E-6ED47626477C}">
      <dgm:prSet/>
      <dgm:spPr/>
      <dgm:t>
        <a:bodyPr/>
        <a:lstStyle/>
        <a:p>
          <a:endParaRPr lang="en-US"/>
        </a:p>
      </dgm:t>
    </dgm:pt>
    <dgm:pt modelId="{277F0039-CBB8-44BF-B955-C2BC7EE13F15}" type="sibTrans" cxnId="{08B017FA-7E9A-4094-A45E-6ED47626477C}">
      <dgm:prSet/>
      <dgm:spPr/>
      <dgm:t>
        <a:bodyPr/>
        <a:lstStyle/>
        <a:p>
          <a:endParaRPr lang="en-US"/>
        </a:p>
      </dgm:t>
    </dgm:pt>
    <dgm:pt modelId="{2B0EF604-E4CF-4D92-8BFE-F08363D410F8}">
      <dgm:prSet custT="1"/>
      <dgm:spPr/>
      <dgm:t>
        <a:bodyPr/>
        <a:lstStyle/>
        <a:p>
          <a:pPr rtl="0"/>
          <a:r>
            <a:rPr lang="en-US" sz="2200" dirty="0" smtClean="0">
              <a:latin typeface="Cambria" panose="02040503050406030204" pitchFamily="18" charset="0"/>
            </a:rPr>
            <a:t>Mechanical components </a:t>
          </a:r>
          <a:endParaRPr lang="en-US" sz="2200" dirty="0">
            <a:latin typeface="Cambria" panose="02040503050406030204" pitchFamily="18" charset="0"/>
          </a:endParaRPr>
        </a:p>
      </dgm:t>
    </dgm:pt>
    <dgm:pt modelId="{F861DF90-5451-4A69-9E92-3F8DD20FA2E9}" type="parTrans" cxnId="{508326E4-777A-424F-A58A-1C155AFF6889}">
      <dgm:prSet/>
      <dgm:spPr/>
      <dgm:t>
        <a:bodyPr/>
        <a:lstStyle/>
        <a:p>
          <a:endParaRPr lang="en-US"/>
        </a:p>
      </dgm:t>
    </dgm:pt>
    <dgm:pt modelId="{7131AF81-6C44-4DEA-A2CA-6E23594653A3}" type="sibTrans" cxnId="{508326E4-777A-424F-A58A-1C155AFF6889}">
      <dgm:prSet/>
      <dgm:spPr/>
      <dgm:t>
        <a:bodyPr/>
        <a:lstStyle/>
        <a:p>
          <a:endParaRPr lang="en-US"/>
        </a:p>
      </dgm:t>
    </dgm:pt>
    <dgm:pt modelId="{C40450A3-9B7B-458B-B9DA-1C863E3D6ACE}">
      <dgm:prSet custT="1"/>
      <dgm:spPr/>
      <dgm:t>
        <a:bodyPr/>
        <a:lstStyle/>
        <a:p>
          <a:pPr rtl="0"/>
          <a:r>
            <a:rPr lang="en-IN" sz="2200" dirty="0" smtClean="0">
              <a:latin typeface="Cambria" panose="02040503050406030204" pitchFamily="18" charset="0"/>
            </a:rPr>
            <a:t>Device itself.</a:t>
          </a:r>
          <a:endParaRPr lang="en-US" sz="2200" dirty="0">
            <a:latin typeface="Cambria" panose="02040503050406030204" pitchFamily="18" charset="0"/>
          </a:endParaRPr>
        </a:p>
      </dgm:t>
    </dgm:pt>
    <dgm:pt modelId="{0402BE25-5979-44EE-91B8-2446F7DF3BC9}" type="parTrans" cxnId="{30E0D05F-E0E2-405A-89E7-FD07CCD9B7EB}">
      <dgm:prSet/>
      <dgm:spPr/>
      <dgm:t>
        <a:bodyPr/>
        <a:lstStyle/>
        <a:p>
          <a:endParaRPr lang="en-US"/>
        </a:p>
      </dgm:t>
    </dgm:pt>
    <dgm:pt modelId="{4BFCE0EB-9CE3-4B69-B315-7B9144E203BB}" type="sibTrans" cxnId="{30E0D05F-E0E2-405A-89E7-FD07CCD9B7EB}">
      <dgm:prSet/>
      <dgm:spPr/>
      <dgm:t>
        <a:bodyPr/>
        <a:lstStyle/>
        <a:p>
          <a:endParaRPr lang="en-US"/>
        </a:p>
      </dgm:t>
    </dgm:pt>
    <dgm:pt modelId="{8280EDDC-E215-44BC-9BD0-4924A8B4C89A}">
      <dgm:prSet custT="1"/>
      <dgm:spPr/>
      <dgm:t>
        <a:bodyPr/>
        <a:lstStyle/>
        <a:p>
          <a:pPr rtl="0"/>
          <a:r>
            <a:rPr lang="en-US" sz="2200" dirty="0" smtClean="0">
              <a:latin typeface="Cambria" panose="02040503050406030204" pitchFamily="18" charset="0"/>
            </a:rPr>
            <a:t>Electronic components:</a:t>
          </a:r>
          <a:endParaRPr lang="en-US" sz="2200" dirty="0">
            <a:latin typeface="Cambria" panose="02040503050406030204" pitchFamily="18" charset="0"/>
          </a:endParaRPr>
        </a:p>
      </dgm:t>
    </dgm:pt>
    <dgm:pt modelId="{CAAB4312-7CAB-4302-897A-B89F0950A36B}" type="parTrans" cxnId="{2B2388EF-6516-483C-B002-44F66D8F1EDC}">
      <dgm:prSet/>
      <dgm:spPr/>
      <dgm:t>
        <a:bodyPr/>
        <a:lstStyle/>
        <a:p>
          <a:endParaRPr lang="en-US"/>
        </a:p>
      </dgm:t>
    </dgm:pt>
    <dgm:pt modelId="{D29157D5-AFDA-479F-96CC-70C4AD8908B6}" type="sibTrans" cxnId="{2B2388EF-6516-483C-B002-44F66D8F1EDC}">
      <dgm:prSet/>
      <dgm:spPr/>
      <dgm:t>
        <a:bodyPr/>
        <a:lstStyle/>
        <a:p>
          <a:endParaRPr lang="en-US"/>
        </a:p>
      </dgm:t>
    </dgm:pt>
    <dgm:pt modelId="{2CC2C899-ABA7-4BB2-B578-894B98A4D074}">
      <dgm:prSet custT="1"/>
      <dgm:spPr/>
      <dgm:t>
        <a:bodyPr/>
        <a:lstStyle/>
        <a:p>
          <a:pPr rtl="0"/>
          <a:r>
            <a:rPr lang="en-IN" sz="2200" dirty="0" smtClean="0">
              <a:latin typeface="Cambria" panose="02040503050406030204" pitchFamily="18" charset="0"/>
            </a:rPr>
            <a:t>Known as device controller.</a:t>
          </a:r>
          <a:endParaRPr lang="en-US" sz="2200" dirty="0">
            <a:latin typeface="Cambria" panose="02040503050406030204" pitchFamily="18" charset="0"/>
          </a:endParaRPr>
        </a:p>
      </dgm:t>
    </dgm:pt>
    <dgm:pt modelId="{7DF092A8-46DB-410D-BD54-2B3ABEA262A3}" type="parTrans" cxnId="{3E8A7291-1D03-463E-BDA1-278A36DC88AF}">
      <dgm:prSet/>
      <dgm:spPr/>
      <dgm:t>
        <a:bodyPr/>
        <a:lstStyle/>
        <a:p>
          <a:endParaRPr lang="en-US"/>
        </a:p>
      </dgm:t>
    </dgm:pt>
    <dgm:pt modelId="{D417A32E-D7AF-41D0-89E1-C447AB66A5B4}" type="sibTrans" cxnId="{3E8A7291-1D03-463E-BDA1-278A36DC88AF}">
      <dgm:prSet/>
      <dgm:spPr/>
      <dgm:t>
        <a:bodyPr/>
        <a:lstStyle/>
        <a:p>
          <a:endParaRPr lang="en-US"/>
        </a:p>
      </dgm:t>
    </dgm:pt>
    <dgm:pt modelId="{C3422A1F-9A8C-43C8-A5A5-96B2C7FD4639}">
      <dgm:prSet custT="1"/>
      <dgm:spPr/>
      <dgm:t>
        <a:bodyPr/>
        <a:lstStyle/>
        <a:p>
          <a:pPr rtl="0"/>
          <a:r>
            <a:rPr lang="en-US" altLang="en-US" sz="2200" dirty="0" smtClean="0">
              <a:latin typeface="Cambria" panose="02040503050406030204" pitchFamily="18" charset="0"/>
              <a:ea typeface="ＭＳ Ｐゴシック" panose="020B0600070205080204" pitchFamily="34" charset="-128"/>
            </a:rPr>
            <a:t>The controller card usually has a connector on it, into which a cable leading to the device itself can be plugged.</a:t>
          </a:r>
          <a:endParaRPr lang="en-US" sz="2200" dirty="0">
            <a:latin typeface="Cambria" panose="02040503050406030204" pitchFamily="18" charset="0"/>
          </a:endParaRPr>
        </a:p>
      </dgm:t>
    </dgm:pt>
    <dgm:pt modelId="{65F2E384-8498-4E1F-BB2E-32CE5C7CA193}" type="parTrans" cxnId="{89170DE4-E499-4C18-94EB-061677F1F249}">
      <dgm:prSet/>
      <dgm:spPr/>
      <dgm:t>
        <a:bodyPr/>
        <a:lstStyle/>
        <a:p>
          <a:endParaRPr lang="en-US"/>
        </a:p>
      </dgm:t>
    </dgm:pt>
    <dgm:pt modelId="{9C180279-FA8E-4B0E-9739-254728D68648}" type="sibTrans" cxnId="{89170DE4-E499-4C18-94EB-061677F1F249}">
      <dgm:prSet/>
      <dgm:spPr/>
      <dgm:t>
        <a:bodyPr/>
        <a:lstStyle/>
        <a:p>
          <a:endParaRPr lang="en-US"/>
        </a:p>
      </dgm:t>
    </dgm:pt>
    <dgm:pt modelId="{13685F7B-C181-4ADD-9566-D1C2BE1A0C9E}" type="pres">
      <dgm:prSet presAssocID="{A4C18A8B-6B6C-497C-A110-8EA50FEC6A91}" presName="diagram" presStyleCnt="0">
        <dgm:presLayoutVars>
          <dgm:chPref val="1"/>
          <dgm:dir/>
          <dgm:animOne val="branch"/>
          <dgm:animLvl val="lvl"/>
          <dgm:resizeHandles/>
        </dgm:presLayoutVars>
      </dgm:prSet>
      <dgm:spPr/>
      <dgm:t>
        <a:bodyPr/>
        <a:lstStyle/>
        <a:p>
          <a:endParaRPr lang="en-US"/>
        </a:p>
      </dgm:t>
    </dgm:pt>
    <dgm:pt modelId="{5A57F24F-3E73-4D31-95D6-57215B99CF00}" type="pres">
      <dgm:prSet presAssocID="{0AE6EC15-38CB-441F-A2D9-85AD96B008DC}" presName="root" presStyleCnt="0"/>
      <dgm:spPr/>
    </dgm:pt>
    <dgm:pt modelId="{6B708124-F564-4D98-BA4E-38F0109B3BF6}" type="pres">
      <dgm:prSet presAssocID="{0AE6EC15-38CB-441F-A2D9-85AD96B008DC}" presName="rootComposite" presStyleCnt="0"/>
      <dgm:spPr/>
    </dgm:pt>
    <dgm:pt modelId="{F1B72534-647B-4962-A0C8-424AB2A610EF}" type="pres">
      <dgm:prSet presAssocID="{0AE6EC15-38CB-441F-A2D9-85AD96B008DC}" presName="rootText" presStyleLbl="node1" presStyleIdx="0" presStyleCnt="1" custScaleX="163242" custScaleY="64401"/>
      <dgm:spPr/>
      <dgm:t>
        <a:bodyPr/>
        <a:lstStyle/>
        <a:p>
          <a:endParaRPr lang="en-US"/>
        </a:p>
      </dgm:t>
    </dgm:pt>
    <dgm:pt modelId="{061766F2-7310-4DD9-853F-74FBDB8F3832}" type="pres">
      <dgm:prSet presAssocID="{0AE6EC15-38CB-441F-A2D9-85AD96B008DC}" presName="rootConnector" presStyleLbl="node1" presStyleIdx="0" presStyleCnt="1"/>
      <dgm:spPr/>
      <dgm:t>
        <a:bodyPr/>
        <a:lstStyle/>
        <a:p>
          <a:endParaRPr lang="en-US"/>
        </a:p>
      </dgm:t>
    </dgm:pt>
    <dgm:pt modelId="{CBFD3AD4-CDC9-4E4A-A952-DF4FAFBABE45}" type="pres">
      <dgm:prSet presAssocID="{0AE6EC15-38CB-441F-A2D9-85AD96B008DC}" presName="childShape" presStyleCnt="0"/>
      <dgm:spPr/>
    </dgm:pt>
    <dgm:pt modelId="{B51E240B-CF0B-4A5A-91BA-A26C20806760}" type="pres">
      <dgm:prSet presAssocID="{F861DF90-5451-4A69-9E92-3F8DD20FA2E9}" presName="Name13" presStyleLbl="parChTrans1D2" presStyleIdx="0" presStyleCnt="2"/>
      <dgm:spPr/>
      <dgm:t>
        <a:bodyPr/>
        <a:lstStyle/>
        <a:p>
          <a:endParaRPr lang="en-US"/>
        </a:p>
      </dgm:t>
    </dgm:pt>
    <dgm:pt modelId="{320F7290-52AA-4BE5-AE8F-40E227A6DF29}" type="pres">
      <dgm:prSet presAssocID="{2B0EF604-E4CF-4D92-8BFE-F08363D410F8}" presName="childText" presStyleLbl="bgAcc1" presStyleIdx="0" presStyleCnt="2" custScaleX="270820" custScaleY="59944">
        <dgm:presLayoutVars>
          <dgm:bulletEnabled val="1"/>
        </dgm:presLayoutVars>
      </dgm:prSet>
      <dgm:spPr/>
      <dgm:t>
        <a:bodyPr/>
        <a:lstStyle/>
        <a:p>
          <a:endParaRPr lang="en-US"/>
        </a:p>
      </dgm:t>
    </dgm:pt>
    <dgm:pt modelId="{6E5570C2-B028-4435-8446-C3A3EDD2245F}" type="pres">
      <dgm:prSet presAssocID="{CAAB4312-7CAB-4302-897A-B89F0950A36B}" presName="Name13" presStyleLbl="parChTrans1D2" presStyleIdx="1" presStyleCnt="2"/>
      <dgm:spPr/>
      <dgm:t>
        <a:bodyPr/>
        <a:lstStyle/>
        <a:p>
          <a:endParaRPr lang="en-US"/>
        </a:p>
      </dgm:t>
    </dgm:pt>
    <dgm:pt modelId="{B0455DDC-AECE-4C61-BCED-2E310623EB60}" type="pres">
      <dgm:prSet presAssocID="{8280EDDC-E215-44BC-9BD0-4924A8B4C89A}" presName="childText" presStyleLbl="bgAcc1" presStyleIdx="1" presStyleCnt="2" custScaleX="270820">
        <dgm:presLayoutVars>
          <dgm:bulletEnabled val="1"/>
        </dgm:presLayoutVars>
      </dgm:prSet>
      <dgm:spPr/>
      <dgm:t>
        <a:bodyPr/>
        <a:lstStyle/>
        <a:p>
          <a:endParaRPr lang="en-US"/>
        </a:p>
      </dgm:t>
    </dgm:pt>
  </dgm:ptLst>
  <dgm:cxnLst>
    <dgm:cxn modelId="{7F45DB1C-9469-44BF-9CA1-B77F68AFE01E}" type="presOf" srcId="{CAAB4312-7CAB-4302-897A-B89F0950A36B}" destId="{6E5570C2-B028-4435-8446-C3A3EDD2245F}" srcOrd="0" destOrd="0" presId="urn:microsoft.com/office/officeart/2005/8/layout/hierarchy3"/>
    <dgm:cxn modelId="{89170DE4-E499-4C18-94EB-061677F1F249}" srcId="{8280EDDC-E215-44BC-9BD0-4924A8B4C89A}" destId="{C3422A1F-9A8C-43C8-A5A5-96B2C7FD4639}" srcOrd="1" destOrd="0" parTransId="{65F2E384-8498-4E1F-BB2E-32CE5C7CA193}" sibTransId="{9C180279-FA8E-4B0E-9739-254728D68648}"/>
    <dgm:cxn modelId="{3E8A7291-1D03-463E-BDA1-278A36DC88AF}" srcId="{8280EDDC-E215-44BC-9BD0-4924A8B4C89A}" destId="{2CC2C899-ABA7-4BB2-B578-894B98A4D074}" srcOrd="0" destOrd="0" parTransId="{7DF092A8-46DB-410D-BD54-2B3ABEA262A3}" sibTransId="{D417A32E-D7AF-41D0-89E1-C447AB66A5B4}"/>
    <dgm:cxn modelId="{6606B25C-0319-47F0-A943-3BF251E83F6C}" type="presOf" srcId="{C40450A3-9B7B-458B-B9DA-1C863E3D6ACE}" destId="{320F7290-52AA-4BE5-AE8F-40E227A6DF29}" srcOrd="0" destOrd="1" presId="urn:microsoft.com/office/officeart/2005/8/layout/hierarchy3"/>
    <dgm:cxn modelId="{30E0D05F-E0E2-405A-89E7-FD07CCD9B7EB}" srcId="{2B0EF604-E4CF-4D92-8BFE-F08363D410F8}" destId="{C40450A3-9B7B-458B-B9DA-1C863E3D6ACE}" srcOrd="0" destOrd="0" parTransId="{0402BE25-5979-44EE-91B8-2446F7DF3BC9}" sibTransId="{4BFCE0EB-9CE3-4B69-B315-7B9144E203BB}"/>
    <dgm:cxn modelId="{2B2388EF-6516-483C-B002-44F66D8F1EDC}" srcId="{0AE6EC15-38CB-441F-A2D9-85AD96B008DC}" destId="{8280EDDC-E215-44BC-9BD0-4924A8B4C89A}" srcOrd="1" destOrd="0" parTransId="{CAAB4312-7CAB-4302-897A-B89F0950A36B}" sibTransId="{D29157D5-AFDA-479F-96CC-70C4AD8908B6}"/>
    <dgm:cxn modelId="{08B017FA-7E9A-4094-A45E-6ED47626477C}" srcId="{A4C18A8B-6B6C-497C-A110-8EA50FEC6A91}" destId="{0AE6EC15-38CB-441F-A2D9-85AD96B008DC}" srcOrd="0" destOrd="0" parTransId="{29AED405-741A-4CEE-A744-5C02E3425FAA}" sibTransId="{277F0039-CBB8-44BF-B955-C2BC7EE13F15}"/>
    <dgm:cxn modelId="{C921B2E3-7A80-421C-8BB1-150F97CD8474}" type="presOf" srcId="{A4C18A8B-6B6C-497C-A110-8EA50FEC6A91}" destId="{13685F7B-C181-4ADD-9566-D1C2BE1A0C9E}" srcOrd="0" destOrd="0" presId="urn:microsoft.com/office/officeart/2005/8/layout/hierarchy3"/>
    <dgm:cxn modelId="{47AB8BEA-2F04-4BE3-9DC1-CC13F7B47DA7}" type="presOf" srcId="{0AE6EC15-38CB-441F-A2D9-85AD96B008DC}" destId="{F1B72534-647B-4962-A0C8-424AB2A610EF}" srcOrd="0" destOrd="0" presId="urn:microsoft.com/office/officeart/2005/8/layout/hierarchy3"/>
    <dgm:cxn modelId="{889368DD-2939-474F-96BC-22C50EDD01B9}" type="presOf" srcId="{F861DF90-5451-4A69-9E92-3F8DD20FA2E9}" destId="{B51E240B-CF0B-4A5A-91BA-A26C20806760}" srcOrd="0" destOrd="0" presId="urn:microsoft.com/office/officeart/2005/8/layout/hierarchy3"/>
    <dgm:cxn modelId="{62149A37-06C5-48D7-91E7-6DC016A52DFC}" type="presOf" srcId="{2B0EF604-E4CF-4D92-8BFE-F08363D410F8}" destId="{320F7290-52AA-4BE5-AE8F-40E227A6DF29}" srcOrd="0" destOrd="0" presId="urn:microsoft.com/office/officeart/2005/8/layout/hierarchy3"/>
    <dgm:cxn modelId="{F1397575-C9FE-4C47-9560-C958EE1DBC8D}" type="presOf" srcId="{C3422A1F-9A8C-43C8-A5A5-96B2C7FD4639}" destId="{B0455DDC-AECE-4C61-BCED-2E310623EB60}" srcOrd="0" destOrd="2" presId="urn:microsoft.com/office/officeart/2005/8/layout/hierarchy3"/>
    <dgm:cxn modelId="{508326E4-777A-424F-A58A-1C155AFF6889}" srcId="{0AE6EC15-38CB-441F-A2D9-85AD96B008DC}" destId="{2B0EF604-E4CF-4D92-8BFE-F08363D410F8}" srcOrd="0" destOrd="0" parTransId="{F861DF90-5451-4A69-9E92-3F8DD20FA2E9}" sibTransId="{7131AF81-6C44-4DEA-A2CA-6E23594653A3}"/>
    <dgm:cxn modelId="{9C0E2C45-0942-487B-A676-79DC2A2B892F}" type="presOf" srcId="{2CC2C899-ABA7-4BB2-B578-894B98A4D074}" destId="{B0455DDC-AECE-4C61-BCED-2E310623EB60}" srcOrd="0" destOrd="1" presId="urn:microsoft.com/office/officeart/2005/8/layout/hierarchy3"/>
    <dgm:cxn modelId="{A34646A9-D344-4483-AF54-99295FB2F37C}" type="presOf" srcId="{0AE6EC15-38CB-441F-A2D9-85AD96B008DC}" destId="{061766F2-7310-4DD9-853F-74FBDB8F3832}" srcOrd="1" destOrd="0" presId="urn:microsoft.com/office/officeart/2005/8/layout/hierarchy3"/>
    <dgm:cxn modelId="{43DCADFE-D1B2-4DAB-AFB6-6D0600E36889}" type="presOf" srcId="{8280EDDC-E215-44BC-9BD0-4924A8B4C89A}" destId="{B0455DDC-AECE-4C61-BCED-2E310623EB60}" srcOrd="0" destOrd="0" presId="urn:microsoft.com/office/officeart/2005/8/layout/hierarchy3"/>
    <dgm:cxn modelId="{8D6F19BA-5B5B-48C9-8509-6E6CDA128CB9}" type="presParOf" srcId="{13685F7B-C181-4ADD-9566-D1C2BE1A0C9E}" destId="{5A57F24F-3E73-4D31-95D6-57215B99CF00}" srcOrd="0" destOrd="0" presId="urn:microsoft.com/office/officeart/2005/8/layout/hierarchy3"/>
    <dgm:cxn modelId="{1B16C81F-553B-401C-99D3-BBE033B9B2E7}" type="presParOf" srcId="{5A57F24F-3E73-4D31-95D6-57215B99CF00}" destId="{6B708124-F564-4D98-BA4E-38F0109B3BF6}" srcOrd="0" destOrd="0" presId="urn:microsoft.com/office/officeart/2005/8/layout/hierarchy3"/>
    <dgm:cxn modelId="{981CC3C6-7B63-4CFD-8F28-FCF71C9D2D71}" type="presParOf" srcId="{6B708124-F564-4D98-BA4E-38F0109B3BF6}" destId="{F1B72534-647B-4962-A0C8-424AB2A610EF}" srcOrd="0" destOrd="0" presId="urn:microsoft.com/office/officeart/2005/8/layout/hierarchy3"/>
    <dgm:cxn modelId="{E727FCE8-2281-4E4D-9070-D51C79F25B99}" type="presParOf" srcId="{6B708124-F564-4D98-BA4E-38F0109B3BF6}" destId="{061766F2-7310-4DD9-853F-74FBDB8F3832}" srcOrd="1" destOrd="0" presId="urn:microsoft.com/office/officeart/2005/8/layout/hierarchy3"/>
    <dgm:cxn modelId="{129C59CE-0322-40BD-B91C-0C392AD12A66}" type="presParOf" srcId="{5A57F24F-3E73-4D31-95D6-57215B99CF00}" destId="{CBFD3AD4-CDC9-4E4A-A952-DF4FAFBABE45}" srcOrd="1" destOrd="0" presId="urn:microsoft.com/office/officeart/2005/8/layout/hierarchy3"/>
    <dgm:cxn modelId="{C3F228BC-FC7E-46B7-BEFF-C701F6C391A4}" type="presParOf" srcId="{CBFD3AD4-CDC9-4E4A-A952-DF4FAFBABE45}" destId="{B51E240B-CF0B-4A5A-91BA-A26C20806760}" srcOrd="0" destOrd="0" presId="urn:microsoft.com/office/officeart/2005/8/layout/hierarchy3"/>
    <dgm:cxn modelId="{2B36683E-C675-4E8C-BD2C-40D34A84624E}" type="presParOf" srcId="{CBFD3AD4-CDC9-4E4A-A952-DF4FAFBABE45}" destId="{320F7290-52AA-4BE5-AE8F-40E227A6DF29}" srcOrd="1" destOrd="0" presId="urn:microsoft.com/office/officeart/2005/8/layout/hierarchy3"/>
    <dgm:cxn modelId="{52AF9182-3D1F-4594-8B6C-8D9BABE2D4D9}" type="presParOf" srcId="{CBFD3AD4-CDC9-4E4A-A952-DF4FAFBABE45}" destId="{6E5570C2-B028-4435-8446-C3A3EDD2245F}" srcOrd="2" destOrd="0" presId="urn:microsoft.com/office/officeart/2005/8/layout/hierarchy3"/>
    <dgm:cxn modelId="{2BB08A1E-3053-4296-A55D-659E722348EF}" type="presParOf" srcId="{CBFD3AD4-CDC9-4E4A-A952-DF4FAFBABE45}" destId="{B0455DDC-AECE-4C61-BCED-2E310623EB60}"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AA427E-3D6A-40FB-A358-571064EFB570}"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321EAEE8-3278-4CBD-A69B-026BC89AA41A}">
      <dgm:prSet/>
      <dgm:spPr/>
      <dgm:t>
        <a:bodyPr/>
        <a:lstStyle/>
        <a:p>
          <a:pPr algn="just" rtl="0"/>
          <a:r>
            <a:rPr lang="en-US" smtClean="0">
              <a:latin typeface="Cambria" panose="02040503050406030204" pitchFamily="18" charset="0"/>
            </a:rPr>
            <a:t>Device controller for disk:</a:t>
          </a:r>
          <a:endParaRPr lang="en-US">
            <a:latin typeface="Cambria" panose="02040503050406030204" pitchFamily="18" charset="0"/>
          </a:endParaRPr>
        </a:p>
      </dgm:t>
    </dgm:pt>
    <dgm:pt modelId="{47830603-42B4-4359-9AD9-4D3BF6A98F0C}" type="parTrans" cxnId="{131D62E6-5B2D-48A5-8821-3ADBB37B8D89}">
      <dgm:prSet/>
      <dgm:spPr/>
      <dgm:t>
        <a:bodyPr/>
        <a:lstStyle/>
        <a:p>
          <a:endParaRPr lang="en-US"/>
        </a:p>
      </dgm:t>
    </dgm:pt>
    <dgm:pt modelId="{277D787F-6FFC-436E-A9BD-DF23C40433B7}" type="sibTrans" cxnId="{131D62E6-5B2D-48A5-8821-3ADBB37B8D89}">
      <dgm:prSet/>
      <dgm:spPr/>
      <dgm:t>
        <a:bodyPr/>
        <a:lstStyle/>
        <a:p>
          <a:endParaRPr lang="en-US"/>
        </a:p>
      </dgm:t>
    </dgm:pt>
    <dgm:pt modelId="{D41ABA52-DA83-4F8E-BB2D-05676616D3B3}">
      <dgm:prSet/>
      <dgm:spPr/>
      <dgm:t>
        <a:bodyPr/>
        <a:lstStyle/>
        <a:p>
          <a:pPr algn="just" rtl="0"/>
          <a:r>
            <a:rPr lang="en-US" dirty="0" smtClean="0">
              <a:latin typeface="Cambria" panose="02040503050406030204" pitchFamily="18" charset="0"/>
            </a:rPr>
            <a:t>convert the serial bit stream into a block of bytes and perform any error correction: </a:t>
          </a:r>
          <a:endParaRPr lang="en-US" dirty="0">
            <a:latin typeface="Cambria" panose="02040503050406030204" pitchFamily="18" charset="0"/>
          </a:endParaRPr>
        </a:p>
      </dgm:t>
    </dgm:pt>
    <dgm:pt modelId="{AD3275AA-554B-44EF-A4F4-B37602277F77}" type="parTrans" cxnId="{ADEF3D33-10FB-4E9D-99C6-6ECE17166CED}">
      <dgm:prSet/>
      <dgm:spPr/>
      <dgm:t>
        <a:bodyPr/>
        <a:lstStyle/>
        <a:p>
          <a:endParaRPr lang="en-US"/>
        </a:p>
      </dgm:t>
    </dgm:pt>
    <dgm:pt modelId="{676794E3-2426-471F-B848-F09BFF9454D8}" type="sibTrans" cxnId="{ADEF3D33-10FB-4E9D-99C6-6ECE17166CED}">
      <dgm:prSet/>
      <dgm:spPr/>
      <dgm:t>
        <a:bodyPr/>
        <a:lstStyle/>
        <a:p>
          <a:endParaRPr lang="en-US"/>
        </a:p>
      </dgm:t>
    </dgm:pt>
    <dgm:pt modelId="{7D5DD9C0-0200-4E78-9F9A-C263EA968291}">
      <dgm:prSet/>
      <dgm:spPr/>
      <dgm:t>
        <a:bodyPr/>
        <a:lstStyle/>
        <a:p>
          <a:pPr algn="just" rtl="0"/>
          <a:r>
            <a:rPr lang="en-US" dirty="0" smtClean="0">
              <a:latin typeface="Cambria" panose="02040503050406030204" pitchFamily="18" charset="0"/>
            </a:rPr>
            <a:t>The block of bytes is typically first assembled, bit by bit, in a buffer inside the controller. After its checksum has been verified and the block declared to be error free, it can then be copied to main memory or disk.</a:t>
          </a:r>
          <a:endParaRPr lang="en-US" dirty="0">
            <a:latin typeface="Cambria" panose="02040503050406030204" pitchFamily="18" charset="0"/>
          </a:endParaRPr>
        </a:p>
      </dgm:t>
    </dgm:pt>
    <dgm:pt modelId="{2EDBBBF7-A0B1-42A5-A6CB-1F6B2C85AED0}" type="parTrans" cxnId="{FAC152A0-7ACF-4ABC-B829-6CA9F782F184}">
      <dgm:prSet/>
      <dgm:spPr/>
      <dgm:t>
        <a:bodyPr/>
        <a:lstStyle/>
        <a:p>
          <a:endParaRPr lang="en-US"/>
        </a:p>
      </dgm:t>
    </dgm:pt>
    <dgm:pt modelId="{518427F0-62FC-4F93-925F-69D1B43032DC}" type="sibTrans" cxnId="{FAC152A0-7ACF-4ABC-B829-6CA9F782F184}">
      <dgm:prSet/>
      <dgm:spPr/>
      <dgm:t>
        <a:bodyPr/>
        <a:lstStyle/>
        <a:p>
          <a:endParaRPr lang="en-US"/>
        </a:p>
      </dgm:t>
    </dgm:pt>
    <dgm:pt modelId="{4C7460F7-792D-4A21-93C9-1C518AF73EC6}">
      <dgm:prSet/>
      <dgm:spPr/>
      <dgm:t>
        <a:bodyPr/>
        <a:lstStyle/>
        <a:p>
          <a:pPr algn="just" rtl="0"/>
          <a:r>
            <a:rPr lang="en-US" smtClean="0">
              <a:latin typeface="Cambria" panose="02040503050406030204" pitchFamily="18" charset="0"/>
            </a:rPr>
            <a:t>The controller for a monitor:</a:t>
          </a:r>
          <a:endParaRPr lang="en-US">
            <a:latin typeface="Cambria" panose="02040503050406030204" pitchFamily="18" charset="0"/>
          </a:endParaRPr>
        </a:p>
      </dgm:t>
    </dgm:pt>
    <dgm:pt modelId="{B5C6A00A-DA24-42BD-A05F-E819B8B85923}" type="parTrans" cxnId="{5518FBE8-D6D4-4832-B705-62A32AAB9691}">
      <dgm:prSet/>
      <dgm:spPr/>
      <dgm:t>
        <a:bodyPr/>
        <a:lstStyle/>
        <a:p>
          <a:endParaRPr lang="en-US"/>
        </a:p>
      </dgm:t>
    </dgm:pt>
    <dgm:pt modelId="{DD951539-0257-4E9A-9978-AF662E2A98F4}" type="sibTrans" cxnId="{5518FBE8-D6D4-4832-B705-62A32AAB9691}">
      <dgm:prSet/>
      <dgm:spPr/>
      <dgm:t>
        <a:bodyPr/>
        <a:lstStyle/>
        <a:p>
          <a:endParaRPr lang="en-US"/>
        </a:p>
      </dgm:t>
    </dgm:pt>
    <dgm:pt modelId="{60D505CF-AB71-48AD-8F88-ABD83981536F}">
      <dgm:prSet/>
      <dgm:spPr/>
      <dgm:t>
        <a:bodyPr/>
        <a:lstStyle/>
        <a:p>
          <a:pPr algn="just" rtl="0"/>
          <a:r>
            <a:rPr lang="en-US" smtClean="0">
              <a:latin typeface="Cambria" panose="02040503050406030204" pitchFamily="18" charset="0"/>
            </a:rPr>
            <a:t>It reads bytes containing the characters to be displayed from memory and generates the signals used to modulate the CRT beam to cause it to write on the screen.</a:t>
          </a:r>
          <a:endParaRPr lang="en-US">
            <a:latin typeface="Cambria" panose="02040503050406030204" pitchFamily="18" charset="0"/>
          </a:endParaRPr>
        </a:p>
      </dgm:t>
    </dgm:pt>
    <dgm:pt modelId="{A3B2C8EF-5232-4FAB-8E0C-98EFB45D21D8}" type="parTrans" cxnId="{AA42B186-1D08-48F3-AE6A-9CC38E2B274B}">
      <dgm:prSet/>
      <dgm:spPr/>
      <dgm:t>
        <a:bodyPr/>
        <a:lstStyle/>
        <a:p>
          <a:endParaRPr lang="en-US"/>
        </a:p>
      </dgm:t>
    </dgm:pt>
    <dgm:pt modelId="{62BCD3A4-86EE-44B1-AD54-C57708F4F2C0}" type="sibTrans" cxnId="{AA42B186-1D08-48F3-AE6A-9CC38E2B274B}">
      <dgm:prSet/>
      <dgm:spPr/>
      <dgm:t>
        <a:bodyPr/>
        <a:lstStyle/>
        <a:p>
          <a:endParaRPr lang="en-US"/>
        </a:p>
      </dgm:t>
    </dgm:pt>
    <dgm:pt modelId="{0E6466CA-2D90-40FD-B2E1-C0836203B07B}">
      <dgm:prSet/>
      <dgm:spPr/>
      <dgm:t>
        <a:bodyPr/>
        <a:lstStyle/>
        <a:p>
          <a:pPr algn="just" rtl="0"/>
          <a:r>
            <a:rPr lang="en-US" smtClean="0">
              <a:latin typeface="Cambria" panose="02040503050406030204" pitchFamily="18" charset="0"/>
            </a:rPr>
            <a:t>The controller also generates the signals for making the CRT beam do a horizontal retrace after it has finished a scan line, as well as the signals for making it do a vertical retrace after the entire screen has been scanned. </a:t>
          </a:r>
          <a:endParaRPr lang="en-US">
            <a:latin typeface="Cambria" panose="02040503050406030204" pitchFamily="18" charset="0"/>
          </a:endParaRPr>
        </a:p>
      </dgm:t>
    </dgm:pt>
    <dgm:pt modelId="{0C80B051-015C-44CF-A9BA-D91051DCD6B1}" type="parTrans" cxnId="{32DCD9D1-E88B-43B1-BA49-C1AFD1BB9A73}">
      <dgm:prSet/>
      <dgm:spPr/>
      <dgm:t>
        <a:bodyPr/>
        <a:lstStyle/>
        <a:p>
          <a:endParaRPr lang="en-US"/>
        </a:p>
      </dgm:t>
    </dgm:pt>
    <dgm:pt modelId="{A50F2097-DEB2-46BA-8D06-EF3CA7D5EFD8}" type="sibTrans" cxnId="{32DCD9D1-E88B-43B1-BA49-C1AFD1BB9A73}">
      <dgm:prSet/>
      <dgm:spPr/>
      <dgm:t>
        <a:bodyPr/>
        <a:lstStyle/>
        <a:p>
          <a:endParaRPr lang="en-US"/>
        </a:p>
      </dgm:t>
    </dgm:pt>
    <dgm:pt modelId="{03659CFA-7B7A-4DB4-8EF8-1A27FA511646}">
      <dgm:prSet/>
      <dgm:spPr/>
      <dgm:t>
        <a:bodyPr/>
        <a:lstStyle/>
        <a:p>
          <a:pPr algn="just" rtl="0"/>
          <a:r>
            <a:rPr lang="en-US" dirty="0" smtClean="0">
              <a:latin typeface="Cambria" panose="02040503050406030204" pitchFamily="18" charset="0"/>
            </a:rPr>
            <a:t>If it were not for the CRT controller, the operating system programmer would have to explicitly program the analog scanning of the tube. </a:t>
          </a:r>
          <a:endParaRPr lang="en-US" dirty="0">
            <a:latin typeface="Cambria" panose="02040503050406030204" pitchFamily="18" charset="0"/>
          </a:endParaRPr>
        </a:p>
      </dgm:t>
    </dgm:pt>
    <dgm:pt modelId="{A8122D43-708F-40D1-B4D7-6EE8AAC728A7}" type="parTrans" cxnId="{59671445-43AD-486F-99E4-63DCFFB45280}">
      <dgm:prSet/>
      <dgm:spPr/>
      <dgm:t>
        <a:bodyPr/>
        <a:lstStyle/>
        <a:p>
          <a:endParaRPr lang="en-US"/>
        </a:p>
      </dgm:t>
    </dgm:pt>
    <dgm:pt modelId="{1990CCC3-CA1A-4406-B6D6-8239B1EC35F1}" type="sibTrans" cxnId="{59671445-43AD-486F-99E4-63DCFFB45280}">
      <dgm:prSet/>
      <dgm:spPr/>
      <dgm:t>
        <a:bodyPr/>
        <a:lstStyle/>
        <a:p>
          <a:endParaRPr lang="en-US"/>
        </a:p>
      </dgm:t>
    </dgm:pt>
    <dgm:pt modelId="{E93501CD-1DC7-4528-8DFB-B789C382E558}" type="pres">
      <dgm:prSet presAssocID="{41AA427E-3D6A-40FB-A358-571064EFB570}" presName="linear" presStyleCnt="0">
        <dgm:presLayoutVars>
          <dgm:dir/>
          <dgm:animLvl val="lvl"/>
          <dgm:resizeHandles val="exact"/>
        </dgm:presLayoutVars>
      </dgm:prSet>
      <dgm:spPr/>
      <dgm:t>
        <a:bodyPr/>
        <a:lstStyle/>
        <a:p>
          <a:endParaRPr lang="en-US"/>
        </a:p>
      </dgm:t>
    </dgm:pt>
    <dgm:pt modelId="{F556B3F4-BCE4-45A6-826B-B260788300DD}" type="pres">
      <dgm:prSet presAssocID="{321EAEE8-3278-4CBD-A69B-026BC89AA41A}" presName="parentLin" presStyleCnt="0"/>
      <dgm:spPr/>
    </dgm:pt>
    <dgm:pt modelId="{0A54715A-F115-4493-B2D7-90C5D66459EE}" type="pres">
      <dgm:prSet presAssocID="{321EAEE8-3278-4CBD-A69B-026BC89AA41A}" presName="parentLeftMargin" presStyleLbl="node1" presStyleIdx="0" presStyleCnt="2"/>
      <dgm:spPr/>
      <dgm:t>
        <a:bodyPr/>
        <a:lstStyle/>
        <a:p>
          <a:endParaRPr lang="en-US"/>
        </a:p>
      </dgm:t>
    </dgm:pt>
    <dgm:pt modelId="{8A2A1D49-1416-4612-86B6-2E9E281FE718}" type="pres">
      <dgm:prSet presAssocID="{321EAEE8-3278-4CBD-A69B-026BC89AA41A}" presName="parentText" presStyleLbl="node1" presStyleIdx="0" presStyleCnt="2">
        <dgm:presLayoutVars>
          <dgm:chMax val="0"/>
          <dgm:bulletEnabled val="1"/>
        </dgm:presLayoutVars>
      </dgm:prSet>
      <dgm:spPr/>
      <dgm:t>
        <a:bodyPr/>
        <a:lstStyle/>
        <a:p>
          <a:endParaRPr lang="en-US"/>
        </a:p>
      </dgm:t>
    </dgm:pt>
    <dgm:pt modelId="{BB0AAE58-2034-471A-A329-FAAA24FCAD48}" type="pres">
      <dgm:prSet presAssocID="{321EAEE8-3278-4CBD-A69B-026BC89AA41A}" presName="negativeSpace" presStyleCnt="0"/>
      <dgm:spPr/>
    </dgm:pt>
    <dgm:pt modelId="{9673BF1A-C96E-4F40-99F8-482FF8D555FC}" type="pres">
      <dgm:prSet presAssocID="{321EAEE8-3278-4CBD-A69B-026BC89AA41A}" presName="childText" presStyleLbl="conFgAcc1" presStyleIdx="0" presStyleCnt="2">
        <dgm:presLayoutVars>
          <dgm:bulletEnabled val="1"/>
        </dgm:presLayoutVars>
      </dgm:prSet>
      <dgm:spPr/>
      <dgm:t>
        <a:bodyPr/>
        <a:lstStyle/>
        <a:p>
          <a:endParaRPr lang="en-US"/>
        </a:p>
      </dgm:t>
    </dgm:pt>
    <dgm:pt modelId="{777FD6D1-CCE4-468B-908A-01AF97DCADA0}" type="pres">
      <dgm:prSet presAssocID="{277D787F-6FFC-436E-A9BD-DF23C40433B7}" presName="spaceBetweenRectangles" presStyleCnt="0"/>
      <dgm:spPr/>
    </dgm:pt>
    <dgm:pt modelId="{97DB3F7A-6EBA-4D49-9456-692920992D85}" type="pres">
      <dgm:prSet presAssocID="{4C7460F7-792D-4A21-93C9-1C518AF73EC6}" presName="parentLin" presStyleCnt="0"/>
      <dgm:spPr/>
    </dgm:pt>
    <dgm:pt modelId="{588361DF-3BB1-479C-ACE9-4C83D1050151}" type="pres">
      <dgm:prSet presAssocID="{4C7460F7-792D-4A21-93C9-1C518AF73EC6}" presName="parentLeftMargin" presStyleLbl="node1" presStyleIdx="0" presStyleCnt="2"/>
      <dgm:spPr/>
      <dgm:t>
        <a:bodyPr/>
        <a:lstStyle/>
        <a:p>
          <a:endParaRPr lang="en-US"/>
        </a:p>
      </dgm:t>
    </dgm:pt>
    <dgm:pt modelId="{8AB2EB9A-C7C9-42ED-BF01-DE31E601FE97}" type="pres">
      <dgm:prSet presAssocID="{4C7460F7-792D-4A21-93C9-1C518AF73EC6}" presName="parentText" presStyleLbl="node1" presStyleIdx="1" presStyleCnt="2">
        <dgm:presLayoutVars>
          <dgm:chMax val="0"/>
          <dgm:bulletEnabled val="1"/>
        </dgm:presLayoutVars>
      </dgm:prSet>
      <dgm:spPr/>
      <dgm:t>
        <a:bodyPr/>
        <a:lstStyle/>
        <a:p>
          <a:endParaRPr lang="en-US"/>
        </a:p>
      </dgm:t>
    </dgm:pt>
    <dgm:pt modelId="{9878D338-4E54-46FB-9DE6-B5BB53510598}" type="pres">
      <dgm:prSet presAssocID="{4C7460F7-792D-4A21-93C9-1C518AF73EC6}" presName="negativeSpace" presStyleCnt="0"/>
      <dgm:spPr/>
    </dgm:pt>
    <dgm:pt modelId="{EBA5FD0E-84E8-4CB5-A968-96242D000575}" type="pres">
      <dgm:prSet presAssocID="{4C7460F7-792D-4A21-93C9-1C518AF73EC6}" presName="childText" presStyleLbl="conFgAcc1" presStyleIdx="1" presStyleCnt="2">
        <dgm:presLayoutVars>
          <dgm:bulletEnabled val="1"/>
        </dgm:presLayoutVars>
      </dgm:prSet>
      <dgm:spPr/>
      <dgm:t>
        <a:bodyPr/>
        <a:lstStyle/>
        <a:p>
          <a:endParaRPr lang="en-US"/>
        </a:p>
      </dgm:t>
    </dgm:pt>
  </dgm:ptLst>
  <dgm:cxnLst>
    <dgm:cxn modelId="{5518FBE8-D6D4-4832-B705-62A32AAB9691}" srcId="{41AA427E-3D6A-40FB-A358-571064EFB570}" destId="{4C7460F7-792D-4A21-93C9-1C518AF73EC6}" srcOrd="1" destOrd="0" parTransId="{B5C6A00A-DA24-42BD-A05F-E819B8B85923}" sibTransId="{DD951539-0257-4E9A-9978-AF662E2A98F4}"/>
    <dgm:cxn modelId="{6BF02B79-8B94-4D67-B96C-A3E4C35D7527}" type="presOf" srcId="{41AA427E-3D6A-40FB-A358-571064EFB570}" destId="{E93501CD-1DC7-4528-8DFB-B789C382E558}" srcOrd="0" destOrd="0" presId="urn:microsoft.com/office/officeart/2005/8/layout/list1"/>
    <dgm:cxn modelId="{B9233C8C-AB36-409E-99BE-BB7890E05506}" type="presOf" srcId="{60D505CF-AB71-48AD-8F88-ABD83981536F}" destId="{EBA5FD0E-84E8-4CB5-A968-96242D000575}" srcOrd="0" destOrd="0" presId="urn:microsoft.com/office/officeart/2005/8/layout/list1"/>
    <dgm:cxn modelId="{FAC152A0-7ACF-4ABC-B829-6CA9F782F184}" srcId="{321EAEE8-3278-4CBD-A69B-026BC89AA41A}" destId="{7D5DD9C0-0200-4E78-9F9A-C263EA968291}" srcOrd="1" destOrd="0" parTransId="{2EDBBBF7-A0B1-42A5-A6CB-1F6B2C85AED0}" sibTransId="{518427F0-62FC-4F93-925F-69D1B43032DC}"/>
    <dgm:cxn modelId="{AA42B186-1D08-48F3-AE6A-9CC38E2B274B}" srcId="{4C7460F7-792D-4A21-93C9-1C518AF73EC6}" destId="{60D505CF-AB71-48AD-8F88-ABD83981536F}" srcOrd="0" destOrd="0" parTransId="{A3B2C8EF-5232-4FAB-8E0C-98EFB45D21D8}" sibTransId="{62BCD3A4-86EE-44B1-AD54-C57708F4F2C0}"/>
    <dgm:cxn modelId="{ADEF3D33-10FB-4E9D-99C6-6ECE17166CED}" srcId="{321EAEE8-3278-4CBD-A69B-026BC89AA41A}" destId="{D41ABA52-DA83-4F8E-BB2D-05676616D3B3}" srcOrd="0" destOrd="0" parTransId="{AD3275AA-554B-44EF-A4F4-B37602277F77}" sibTransId="{676794E3-2426-471F-B848-F09BFF9454D8}"/>
    <dgm:cxn modelId="{A98150C6-1923-468E-ABB4-CFEE17C962E6}" type="presOf" srcId="{4C7460F7-792D-4A21-93C9-1C518AF73EC6}" destId="{588361DF-3BB1-479C-ACE9-4C83D1050151}" srcOrd="0" destOrd="0" presId="urn:microsoft.com/office/officeart/2005/8/layout/list1"/>
    <dgm:cxn modelId="{B78E8BFD-1F5E-4822-B0D2-9790E93047A9}" type="presOf" srcId="{03659CFA-7B7A-4DB4-8EF8-1A27FA511646}" destId="{EBA5FD0E-84E8-4CB5-A968-96242D000575}" srcOrd="0" destOrd="2" presId="urn:microsoft.com/office/officeart/2005/8/layout/list1"/>
    <dgm:cxn modelId="{E0AB4518-B316-404E-BBA6-CA0088CC0FD8}" type="presOf" srcId="{7D5DD9C0-0200-4E78-9F9A-C263EA968291}" destId="{9673BF1A-C96E-4F40-99F8-482FF8D555FC}" srcOrd="0" destOrd="1" presId="urn:microsoft.com/office/officeart/2005/8/layout/list1"/>
    <dgm:cxn modelId="{C451670E-F8F4-405C-8067-5A5D2E723EF2}" type="presOf" srcId="{0E6466CA-2D90-40FD-B2E1-C0836203B07B}" destId="{EBA5FD0E-84E8-4CB5-A968-96242D000575}" srcOrd="0" destOrd="1" presId="urn:microsoft.com/office/officeart/2005/8/layout/list1"/>
    <dgm:cxn modelId="{E61B5149-95ED-4ED6-A96A-7995A1B51589}" type="presOf" srcId="{321EAEE8-3278-4CBD-A69B-026BC89AA41A}" destId="{0A54715A-F115-4493-B2D7-90C5D66459EE}" srcOrd="0" destOrd="0" presId="urn:microsoft.com/office/officeart/2005/8/layout/list1"/>
    <dgm:cxn modelId="{59671445-43AD-486F-99E4-63DCFFB45280}" srcId="{4C7460F7-792D-4A21-93C9-1C518AF73EC6}" destId="{03659CFA-7B7A-4DB4-8EF8-1A27FA511646}" srcOrd="2" destOrd="0" parTransId="{A8122D43-708F-40D1-B4D7-6EE8AAC728A7}" sibTransId="{1990CCC3-CA1A-4406-B6D6-8239B1EC35F1}"/>
    <dgm:cxn modelId="{A62A3B6F-A54D-495F-B28A-BE76A0A025B4}" type="presOf" srcId="{4C7460F7-792D-4A21-93C9-1C518AF73EC6}" destId="{8AB2EB9A-C7C9-42ED-BF01-DE31E601FE97}" srcOrd="1" destOrd="0" presId="urn:microsoft.com/office/officeart/2005/8/layout/list1"/>
    <dgm:cxn modelId="{32DCD9D1-E88B-43B1-BA49-C1AFD1BB9A73}" srcId="{4C7460F7-792D-4A21-93C9-1C518AF73EC6}" destId="{0E6466CA-2D90-40FD-B2E1-C0836203B07B}" srcOrd="1" destOrd="0" parTransId="{0C80B051-015C-44CF-A9BA-D91051DCD6B1}" sibTransId="{A50F2097-DEB2-46BA-8D06-EF3CA7D5EFD8}"/>
    <dgm:cxn modelId="{131D62E6-5B2D-48A5-8821-3ADBB37B8D89}" srcId="{41AA427E-3D6A-40FB-A358-571064EFB570}" destId="{321EAEE8-3278-4CBD-A69B-026BC89AA41A}" srcOrd="0" destOrd="0" parTransId="{47830603-42B4-4359-9AD9-4D3BF6A98F0C}" sibTransId="{277D787F-6FFC-436E-A9BD-DF23C40433B7}"/>
    <dgm:cxn modelId="{C78E4D65-2581-41F0-A530-D7A6D6E9DC7C}" type="presOf" srcId="{D41ABA52-DA83-4F8E-BB2D-05676616D3B3}" destId="{9673BF1A-C96E-4F40-99F8-482FF8D555FC}" srcOrd="0" destOrd="0" presId="urn:microsoft.com/office/officeart/2005/8/layout/list1"/>
    <dgm:cxn modelId="{CEC96F4B-1C0B-44BF-8143-61AA378BE9D5}" type="presOf" srcId="{321EAEE8-3278-4CBD-A69B-026BC89AA41A}" destId="{8A2A1D49-1416-4612-86B6-2E9E281FE718}" srcOrd="1" destOrd="0" presId="urn:microsoft.com/office/officeart/2005/8/layout/list1"/>
    <dgm:cxn modelId="{233AFC96-5303-449F-B452-A08A6742AF9C}" type="presParOf" srcId="{E93501CD-1DC7-4528-8DFB-B789C382E558}" destId="{F556B3F4-BCE4-45A6-826B-B260788300DD}" srcOrd="0" destOrd="0" presId="urn:microsoft.com/office/officeart/2005/8/layout/list1"/>
    <dgm:cxn modelId="{BC8D7807-C2F6-4DF9-A25D-6C10D203EB30}" type="presParOf" srcId="{F556B3F4-BCE4-45A6-826B-B260788300DD}" destId="{0A54715A-F115-4493-B2D7-90C5D66459EE}" srcOrd="0" destOrd="0" presId="urn:microsoft.com/office/officeart/2005/8/layout/list1"/>
    <dgm:cxn modelId="{1DDDE0DA-2DA4-4A75-8CF9-73777B449B5C}" type="presParOf" srcId="{F556B3F4-BCE4-45A6-826B-B260788300DD}" destId="{8A2A1D49-1416-4612-86B6-2E9E281FE718}" srcOrd="1" destOrd="0" presId="urn:microsoft.com/office/officeart/2005/8/layout/list1"/>
    <dgm:cxn modelId="{D8FEECA3-1E29-4B5F-B3DF-35623F442445}" type="presParOf" srcId="{E93501CD-1DC7-4528-8DFB-B789C382E558}" destId="{BB0AAE58-2034-471A-A329-FAAA24FCAD48}" srcOrd="1" destOrd="0" presId="urn:microsoft.com/office/officeart/2005/8/layout/list1"/>
    <dgm:cxn modelId="{BA30D08F-2B8B-4379-A2B3-34AF5A5E4CC6}" type="presParOf" srcId="{E93501CD-1DC7-4528-8DFB-B789C382E558}" destId="{9673BF1A-C96E-4F40-99F8-482FF8D555FC}" srcOrd="2" destOrd="0" presId="urn:microsoft.com/office/officeart/2005/8/layout/list1"/>
    <dgm:cxn modelId="{DD5490F2-43DF-401E-85B1-CC8E8426C2BD}" type="presParOf" srcId="{E93501CD-1DC7-4528-8DFB-B789C382E558}" destId="{777FD6D1-CCE4-468B-908A-01AF97DCADA0}" srcOrd="3" destOrd="0" presId="urn:microsoft.com/office/officeart/2005/8/layout/list1"/>
    <dgm:cxn modelId="{AE98953A-39D7-427B-ABDD-3283E8503398}" type="presParOf" srcId="{E93501CD-1DC7-4528-8DFB-B789C382E558}" destId="{97DB3F7A-6EBA-4D49-9456-692920992D85}" srcOrd="4" destOrd="0" presId="urn:microsoft.com/office/officeart/2005/8/layout/list1"/>
    <dgm:cxn modelId="{09DA3148-1F9D-400F-8BB2-4F71672979B1}" type="presParOf" srcId="{97DB3F7A-6EBA-4D49-9456-692920992D85}" destId="{588361DF-3BB1-479C-ACE9-4C83D1050151}" srcOrd="0" destOrd="0" presId="urn:microsoft.com/office/officeart/2005/8/layout/list1"/>
    <dgm:cxn modelId="{6E185A19-774E-4989-AC41-99FB99236E96}" type="presParOf" srcId="{97DB3F7A-6EBA-4D49-9456-692920992D85}" destId="{8AB2EB9A-C7C9-42ED-BF01-DE31E601FE97}" srcOrd="1" destOrd="0" presId="urn:microsoft.com/office/officeart/2005/8/layout/list1"/>
    <dgm:cxn modelId="{B11C89CC-C8CE-4C01-9ED2-AEE64AEF93B4}" type="presParOf" srcId="{E93501CD-1DC7-4528-8DFB-B789C382E558}" destId="{9878D338-4E54-46FB-9DE6-B5BB53510598}" srcOrd="5" destOrd="0" presId="urn:microsoft.com/office/officeart/2005/8/layout/list1"/>
    <dgm:cxn modelId="{D9FDB4C2-4ABB-483D-8829-0198A3704EAD}" type="presParOf" srcId="{E93501CD-1DC7-4528-8DFB-B789C382E558}" destId="{EBA5FD0E-84E8-4CB5-A968-96242D00057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6DB1428-53CC-4828-889E-387FF74B2B3E}" type="doc">
      <dgm:prSet loTypeId="urn:microsoft.com/office/officeart/2005/8/layout/vList3#1" loCatId="list" qsTypeId="urn:microsoft.com/office/officeart/2005/8/quickstyle/simple1" qsCatId="simple" csTypeId="urn:microsoft.com/office/officeart/2005/8/colors/accent0_3" csCatId="mainScheme"/>
      <dgm:spPr/>
      <dgm:t>
        <a:bodyPr/>
        <a:lstStyle/>
        <a:p>
          <a:endParaRPr lang="en-US"/>
        </a:p>
      </dgm:t>
    </dgm:pt>
    <dgm:pt modelId="{55E11CC5-6C8F-4038-94C1-C601D54674A7}">
      <dgm:prSet/>
      <dgm:spPr/>
      <dgm:t>
        <a:bodyPr/>
        <a:lstStyle/>
        <a:p>
          <a:pPr rtl="0"/>
          <a:r>
            <a:rPr lang="en-US" dirty="0" smtClean="0">
              <a:latin typeface="Cambria" panose="02040503050406030204" pitchFamily="18" charset="0"/>
            </a:rPr>
            <a:t>Each controller has a few </a:t>
          </a:r>
          <a:r>
            <a:rPr lang="en-US" b="1" i="1" dirty="0" smtClean="0">
              <a:latin typeface="Cambria" panose="02040503050406030204" pitchFamily="18" charset="0"/>
            </a:rPr>
            <a:t>registers</a:t>
          </a:r>
          <a:r>
            <a:rPr lang="en-US" dirty="0" smtClean="0">
              <a:latin typeface="Cambria" panose="02040503050406030204" pitchFamily="18" charset="0"/>
            </a:rPr>
            <a:t> that are used for communicating with the CPU. By writing into these registers, the operating system can command the device to deliver data, accept data, switch itself on or off, or otherwise perform some action. </a:t>
          </a:r>
          <a:endParaRPr lang="en-US" dirty="0">
            <a:latin typeface="Cambria" panose="02040503050406030204" pitchFamily="18" charset="0"/>
          </a:endParaRPr>
        </a:p>
      </dgm:t>
    </dgm:pt>
    <dgm:pt modelId="{ABB0C1A4-75B8-4140-8F4F-C2146AAECD01}" type="parTrans" cxnId="{EA6A1B5F-130B-46BF-9E2E-E2219C157294}">
      <dgm:prSet/>
      <dgm:spPr/>
      <dgm:t>
        <a:bodyPr/>
        <a:lstStyle/>
        <a:p>
          <a:endParaRPr lang="en-US"/>
        </a:p>
      </dgm:t>
    </dgm:pt>
    <dgm:pt modelId="{9ED457F3-5B99-429F-9E29-18571F627A68}" type="sibTrans" cxnId="{EA6A1B5F-130B-46BF-9E2E-E2219C157294}">
      <dgm:prSet/>
      <dgm:spPr/>
      <dgm:t>
        <a:bodyPr/>
        <a:lstStyle/>
        <a:p>
          <a:endParaRPr lang="en-US"/>
        </a:p>
      </dgm:t>
    </dgm:pt>
    <dgm:pt modelId="{A4E76E9C-46D2-4549-A11C-955ADF67E69A}">
      <dgm:prSet/>
      <dgm:spPr/>
      <dgm:t>
        <a:bodyPr/>
        <a:lstStyle/>
        <a:p>
          <a:pPr rtl="0"/>
          <a:r>
            <a:rPr lang="en-US" dirty="0" smtClean="0">
              <a:latin typeface="Cambria" panose="02040503050406030204" pitchFamily="18" charset="0"/>
            </a:rPr>
            <a:t>In addition to this many devices have a </a:t>
          </a:r>
          <a:r>
            <a:rPr lang="en-US" b="1" i="1" dirty="0" smtClean="0">
              <a:latin typeface="Cambria" panose="02040503050406030204" pitchFamily="18" charset="0"/>
            </a:rPr>
            <a:t>data buffer </a:t>
          </a:r>
          <a:r>
            <a:rPr lang="en-US" dirty="0" smtClean="0">
              <a:latin typeface="Cambria" panose="02040503050406030204" pitchFamily="18" charset="0"/>
            </a:rPr>
            <a:t>that the operating system can read and write. </a:t>
          </a:r>
          <a:endParaRPr lang="en-US" dirty="0">
            <a:latin typeface="Cambria" panose="02040503050406030204" pitchFamily="18" charset="0"/>
          </a:endParaRPr>
        </a:p>
      </dgm:t>
    </dgm:pt>
    <dgm:pt modelId="{B2F14D29-ED60-494C-B3A2-7816A001DBF1}" type="parTrans" cxnId="{0EBD3792-774D-4909-B1A8-C2FF902D8AA3}">
      <dgm:prSet/>
      <dgm:spPr/>
      <dgm:t>
        <a:bodyPr/>
        <a:lstStyle/>
        <a:p>
          <a:endParaRPr lang="en-US"/>
        </a:p>
      </dgm:t>
    </dgm:pt>
    <dgm:pt modelId="{D71AB248-3E02-4EBA-9ECC-2BBB53719E6F}" type="sibTrans" cxnId="{0EBD3792-774D-4909-B1A8-C2FF902D8AA3}">
      <dgm:prSet/>
      <dgm:spPr/>
      <dgm:t>
        <a:bodyPr/>
        <a:lstStyle/>
        <a:p>
          <a:endParaRPr lang="en-US"/>
        </a:p>
      </dgm:t>
    </dgm:pt>
    <dgm:pt modelId="{5668B423-2594-4695-A88C-9C71CC5EEE91}" type="pres">
      <dgm:prSet presAssocID="{36DB1428-53CC-4828-889E-387FF74B2B3E}" presName="linearFlow" presStyleCnt="0">
        <dgm:presLayoutVars>
          <dgm:dir/>
          <dgm:resizeHandles val="exact"/>
        </dgm:presLayoutVars>
      </dgm:prSet>
      <dgm:spPr/>
      <dgm:t>
        <a:bodyPr/>
        <a:lstStyle/>
        <a:p>
          <a:endParaRPr lang="en-US"/>
        </a:p>
      </dgm:t>
    </dgm:pt>
    <dgm:pt modelId="{4D9CC425-F9EB-4E78-AFF6-791D92218907}" type="pres">
      <dgm:prSet presAssocID="{55E11CC5-6C8F-4038-94C1-C601D54674A7}" presName="composite" presStyleCnt="0"/>
      <dgm:spPr/>
    </dgm:pt>
    <dgm:pt modelId="{F6E00882-F622-4D7F-B221-9175428E4517}" type="pres">
      <dgm:prSet presAssocID="{55E11CC5-6C8F-4038-94C1-C601D54674A7}" presName="imgShp" presStyleLbl="fgImgPlace1" presStyleIdx="0" presStyleCnt="2"/>
      <dgm:spPr/>
    </dgm:pt>
    <dgm:pt modelId="{CA70B2C8-8A43-4D00-9EEA-EC429451C358}" type="pres">
      <dgm:prSet presAssocID="{55E11CC5-6C8F-4038-94C1-C601D54674A7}" presName="txShp" presStyleLbl="node1" presStyleIdx="0" presStyleCnt="2">
        <dgm:presLayoutVars>
          <dgm:bulletEnabled val="1"/>
        </dgm:presLayoutVars>
      </dgm:prSet>
      <dgm:spPr/>
      <dgm:t>
        <a:bodyPr/>
        <a:lstStyle/>
        <a:p>
          <a:endParaRPr lang="en-US"/>
        </a:p>
      </dgm:t>
    </dgm:pt>
    <dgm:pt modelId="{2F8D8AB1-75E0-4D28-A207-A9C380374A44}" type="pres">
      <dgm:prSet presAssocID="{9ED457F3-5B99-429F-9E29-18571F627A68}" presName="spacing" presStyleCnt="0"/>
      <dgm:spPr/>
    </dgm:pt>
    <dgm:pt modelId="{E4D54B23-A4EC-4785-85EC-9FB4391F1412}" type="pres">
      <dgm:prSet presAssocID="{A4E76E9C-46D2-4549-A11C-955ADF67E69A}" presName="composite" presStyleCnt="0"/>
      <dgm:spPr/>
    </dgm:pt>
    <dgm:pt modelId="{29DAD8FE-83C2-43A7-AF60-4F7AB95C2EC7}" type="pres">
      <dgm:prSet presAssocID="{A4E76E9C-46D2-4549-A11C-955ADF67E69A}" presName="imgShp" presStyleLbl="fgImgPlace1" presStyleIdx="1" presStyleCnt="2"/>
      <dgm:spPr/>
    </dgm:pt>
    <dgm:pt modelId="{0767432C-DE1C-4BCD-BED8-CEB8FFCD789B}" type="pres">
      <dgm:prSet presAssocID="{A4E76E9C-46D2-4549-A11C-955ADF67E69A}" presName="txShp" presStyleLbl="node1" presStyleIdx="1" presStyleCnt="2">
        <dgm:presLayoutVars>
          <dgm:bulletEnabled val="1"/>
        </dgm:presLayoutVars>
      </dgm:prSet>
      <dgm:spPr/>
      <dgm:t>
        <a:bodyPr/>
        <a:lstStyle/>
        <a:p>
          <a:endParaRPr lang="en-US"/>
        </a:p>
      </dgm:t>
    </dgm:pt>
  </dgm:ptLst>
  <dgm:cxnLst>
    <dgm:cxn modelId="{0EBD3792-774D-4909-B1A8-C2FF902D8AA3}" srcId="{36DB1428-53CC-4828-889E-387FF74B2B3E}" destId="{A4E76E9C-46D2-4549-A11C-955ADF67E69A}" srcOrd="1" destOrd="0" parTransId="{B2F14D29-ED60-494C-B3A2-7816A001DBF1}" sibTransId="{D71AB248-3E02-4EBA-9ECC-2BBB53719E6F}"/>
    <dgm:cxn modelId="{67F05576-DDB5-4A66-A3A9-9BB4F71DA22C}" type="presOf" srcId="{55E11CC5-6C8F-4038-94C1-C601D54674A7}" destId="{CA70B2C8-8A43-4D00-9EEA-EC429451C358}" srcOrd="0" destOrd="0" presId="urn:microsoft.com/office/officeart/2005/8/layout/vList3#1"/>
    <dgm:cxn modelId="{EA6A1B5F-130B-46BF-9E2E-E2219C157294}" srcId="{36DB1428-53CC-4828-889E-387FF74B2B3E}" destId="{55E11CC5-6C8F-4038-94C1-C601D54674A7}" srcOrd="0" destOrd="0" parTransId="{ABB0C1A4-75B8-4140-8F4F-C2146AAECD01}" sibTransId="{9ED457F3-5B99-429F-9E29-18571F627A68}"/>
    <dgm:cxn modelId="{D1F77291-98A6-41B8-AD61-BBF0BEA9E7D8}" type="presOf" srcId="{36DB1428-53CC-4828-889E-387FF74B2B3E}" destId="{5668B423-2594-4695-A88C-9C71CC5EEE91}" srcOrd="0" destOrd="0" presId="urn:microsoft.com/office/officeart/2005/8/layout/vList3#1"/>
    <dgm:cxn modelId="{66C9AF75-2F83-4EC2-B82B-128C3B8BEE75}" type="presOf" srcId="{A4E76E9C-46D2-4549-A11C-955ADF67E69A}" destId="{0767432C-DE1C-4BCD-BED8-CEB8FFCD789B}" srcOrd="0" destOrd="0" presId="urn:microsoft.com/office/officeart/2005/8/layout/vList3#1"/>
    <dgm:cxn modelId="{F33C41D2-21C1-4822-9458-777DE1A8B2BF}" type="presParOf" srcId="{5668B423-2594-4695-A88C-9C71CC5EEE91}" destId="{4D9CC425-F9EB-4E78-AFF6-791D92218907}" srcOrd="0" destOrd="0" presId="urn:microsoft.com/office/officeart/2005/8/layout/vList3#1"/>
    <dgm:cxn modelId="{554FA83B-8C15-47D8-A691-634DECBE14BD}" type="presParOf" srcId="{4D9CC425-F9EB-4E78-AFF6-791D92218907}" destId="{F6E00882-F622-4D7F-B221-9175428E4517}" srcOrd="0" destOrd="0" presId="urn:microsoft.com/office/officeart/2005/8/layout/vList3#1"/>
    <dgm:cxn modelId="{9AA7EF0D-47DA-410E-9F91-4B90B6636D1C}" type="presParOf" srcId="{4D9CC425-F9EB-4E78-AFF6-791D92218907}" destId="{CA70B2C8-8A43-4D00-9EEA-EC429451C358}" srcOrd="1" destOrd="0" presId="urn:microsoft.com/office/officeart/2005/8/layout/vList3#1"/>
    <dgm:cxn modelId="{C6B1B8AF-B2A3-44A5-8466-AA40204D00DD}" type="presParOf" srcId="{5668B423-2594-4695-A88C-9C71CC5EEE91}" destId="{2F8D8AB1-75E0-4D28-A207-A9C380374A44}" srcOrd="1" destOrd="0" presId="urn:microsoft.com/office/officeart/2005/8/layout/vList3#1"/>
    <dgm:cxn modelId="{50CA152C-3E6C-41A2-8D60-66167E05C4D2}" type="presParOf" srcId="{5668B423-2594-4695-A88C-9C71CC5EEE91}" destId="{E4D54B23-A4EC-4785-85EC-9FB4391F1412}" srcOrd="2" destOrd="0" presId="urn:microsoft.com/office/officeart/2005/8/layout/vList3#1"/>
    <dgm:cxn modelId="{10C4E4DB-F95A-4A79-83A3-147B153480DF}" type="presParOf" srcId="{E4D54B23-A4EC-4785-85EC-9FB4391F1412}" destId="{29DAD8FE-83C2-43A7-AF60-4F7AB95C2EC7}" srcOrd="0" destOrd="0" presId="urn:microsoft.com/office/officeart/2005/8/layout/vList3#1"/>
    <dgm:cxn modelId="{344C4B86-7F39-4F5D-9171-15D69BF8024B}" type="presParOf" srcId="{E4D54B23-A4EC-4785-85EC-9FB4391F1412}" destId="{0767432C-DE1C-4BCD-BED8-CEB8FFCD789B}"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6DB1428-53CC-4828-889E-387FF74B2B3E}" type="doc">
      <dgm:prSet loTypeId="urn:microsoft.com/office/officeart/2005/8/layout/vList3#2" loCatId="list" qsTypeId="urn:microsoft.com/office/officeart/2005/8/quickstyle/simple1" qsCatId="simple" csTypeId="urn:microsoft.com/office/officeart/2005/8/colors/accent0_3" csCatId="mainScheme"/>
      <dgm:spPr/>
      <dgm:t>
        <a:bodyPr/>
        <a:lstStyle/>
        <a:p>
          <a:endParaRPr lang="en-US"/>
        </a:p>
      </dgm:t>
    </dgm:pt>
    <dgm:pt modelId="{ABFFA3B9-3524-43FD-B175-EAB64A6A6470}">
      <dgm:prSet/>
      <dgm:spPr/>
      <dgm:t>
        <a:bodyPr/>
        <a:lstStyle/>
        <a:p>
          <a:pPr rtl="0"/>
          <a:r>
            <a:rPr lang="en-US" dirty="0" smtClean="0">
              <a:latin typeface="Cambria" panose="02040503050406030204" pitchFamily="18" charset="0"/>
            </a:rPr>
            <a:t>OUT PORT, REG</a:t>
          </a:r>
          <a:endParaRPr lang="en-US" dirty="0">
            <a:latin typeface="Cambria" panose="02040503050406030204" pitchFamily="18" charset="0"/>
          </a:endParaRPr>
        </a:p>
      </dgm:t>
    </dgm:pt>
    <dgm:pt modelId="{A87E45BD-E028-4E16-9694-1DA882B14A4D}">
      <dgm:prSet/>
      <dgm:spPr/>
      <dgm:t>
        <a:bodyPr/>
        <a:lstStyle/>
        <a:p>
          <a:pPr rtl="0"/>
          <a:r>
            <a:rPr lang="en-US" dirty="0" smtClean="0">
              <a:latin typeface="Cambria" panose="02040503050406030204" pitchFamily="18" charset="0"/>
            </a:rPr>
            <a:t>IN REG,PORT</a:t>
          </a:r>
          <a:endParaRPr lang="en-US" dirty="0">
            <a:latin typeface="Cambria" panose="02040503050406030204" pitchFamily="18" charset="0"/>
          </a:endParaRPr>
        </a:p>
      </dgm:t>
    </dgm:pt>
    <dgm:pt modelId="{859212AE-FF5A-4CE9-B06D-BC82A2CE821E}">
      <dgm:prSet/>
      <dgm:spPr/>
      <dgm:t>
        <a:bodyPr/>
        <a:lstStyle/>
        <a:p>
          <a:pPr rtl="0"/>
          <a:r>
            <a:rPr lang="en-US" dirty="0" smtClean="0">
              <a:latin typeface="Cambria" panose="02040503050406030204" pitchFamily="18" charset="0"/>
            </a:rPr>
            <a:t>Two alternatives exist. In the first approach, each control register is assigned an I/O port number, an 8- or 16-bit integer. Using a special I/O instruction such as</a:t>
          </a:r>
          <a:endParaRPr lang="en-US" dirty="0">
            <a:latin typeface="Cambria" panose="02040503050406030204" pitchFamily="18" charset="0"/>
          </a:endParaRPr>
        </a:p>
      </dgm:t>
    </dgm:pt>
    <dgm:pt modelId="{6F1CEF1F-5310-4503-9635-140DD282D8DA}" type="sibTrans" cxnId="{E1460EF0-D93D-4111-A3E9-7D2C0B15A53B}">
      <dgm:prSet/>
      <dgm:spPr/>
      <dgm:t>
        <a:bodyPr/>
        <a:lstStyle/>
        <a:p>
          <a:endParaRPr lang="en-US"/>
        </a:p>
      </dgm:t>
    </dgm:pt>
    <dgm:pt modelId="{E20D7F17-71D6-42A3-8BD6-CC6DD67825D1}" type="parTrans" cxnId="{E1460EF0-D93D-4111-A3E9-7D2C0B15A53B}">
      <dgm:prSet/>
      <dgm:spPr/>
      <dgm:t>
        <a:bodyPr/>
        <a:lstStyle/>
        <a:p>
          <a:endParaRPr lang="en-US"/>
        </a:p>
      </dgm:t>
    </dgm:pt>
    <dgm:pt modelId="{670B3A81-329B-4EC9-BB64-AF00F55275B3}" type="sibTrans" cxnId="{62A3FCE6-3D69-4E32-9DB7-B56EDFEEC3D5}">
      <dgm:prSet/>
      <dgm:spPr/>
      <dgm:t>
        <a:bodyPr/>
        <a:lstStyle/>
        <a:p>
          <a:endParaRPr lang="en-US"/>
        </a:p>
      </dgm:t>
    </dgm:pt>
    <dgm:pt modelId="{8CBA0904-C14B-40C1-A05E-29C9B433AB45}" type="parTrans" cxnId="{62A3FCE6-3D69-4E32-9DB7-B56EDFEEC3D5}">
      <dgm:prSet/>
      <dgm:spPr/>
      <dgm:t>
        <a:bodyPr/>
        <a:lstStyle/>
        <a:p>
          <a:endParaRPr lang="en-US"/>
        </a:p>
      </dgm:t>
    </dgm:pt>
    <dgm:pt modelId="{13823A04-BD0D-4CA1-9E19-75CD328CB06B}" type="sibTrans" cxnId="{B6B4D6EA-1825-4843-85C9-0CECC5DFA668}">
      <dgm:prSet/>
      <dgm:spPr/>
      <dgm:t>
        <a:bodyPr/>
        <a:lstStyle/>
        <a:p>
          <a:endParaRPr lang="en-US"/>
        </a:p>
      </dgm:t>
    </dgm:pt>
    <dgm:pt modelId="{76FCCB0F-38D9-40E1-9BBA-5165C98977E9}" type="parTrans" cxnId="{B6B4D6EA-1825-4843-85C9-0CECC5DFA668}">
      <dgm:prSet/>
      <dgm:spPr/>
      <dgm:t>
        <a:bodyPr/>
        <a:lstStyle/>
        <a:p>
          <a:endParaRPr lang="en-US"/>
        </a:p>
      </dgm:t>
    </dgm:pt>
    <dgm:pt modelId="{C289C930-680D-49A9-B073-8249BEE71190}">
      <dgm:prSet/>
      <dgm:spPr/>
      <dgm:t>
        <a:bodyPr/>
        <a:lstStyle/>
        <a:p>
          <a:pPr rtl="0"/>
          <a:r>
            <a:rPr lang="en-US" dirty="0" smtClean="0">
              <a:latin typeface="Cambria" panose="02040503050406030204" pitchFamily="18" charset="0"/>
            </a:rPr>
            <a:t>The issue thus arises of how the CPU communicates with the control registers and the device data buffers. </a:t>
          </a:r>
          <a:endParaRPr lang="en-US" dirty="0">
            <a:latin typeface="Cambria" panose="02040503050406030204" pitchFamily="18" charset="0"/>
          </a:endParaRPr>
        </a:p>
      </dgm:t>
    </dgm:pt>
    <dgm:pt modelId="{3CDB9485-E0EC-4B59-A0BB-531086083BF4}" type="sibTrans" cxnId="{CD44F74B-37A4-40BD-B446-8D62F03DCA98}">
      <dgm:prSet/>
      <dgm:spPr/>
      <dgm:t>
        <a:bodyPr/>
        <a:lstStyle/>
        <a:p>
          <a:endParaRPr lang="en-US"/>
        </a:p>
      </dgm:t>
    </dgm:pt>
    <dgm:pt modelId="{D36498D0-EE0B-4C0A-A7B4-4AA28BB4C0D3}" type="parTrans" cxnId="{CD44F74B-37A4-40BD-B446-8D62F03DCA98}">
      <dgm:prSet/>
      <dgm:spPr/>
      <dgm:t>
        <a:bodyPr/>
        <a:lstStyle/>
        <a:p>
          <a:endParaRPr lang="en-US"/>
        </a:p>
      </dgm:t>
    </dgm:pt>
    <dgm:pt modelId="{5668B423-2594-4695-A88C-9C71CC5EEE91}" type="pres">
      <dgm:prSet presAssocID="{36DB1428-53CC-4828-889E-387FF74B2B3E}" presName="linearFlow" presStyleCnt="0">
        <dgm:presLayoutVars>
          <dgm:dir/>
          <dgm:resizeHandles val="exact"/>
        </dgm:presLayoutVars>
      </dgm:prSet>
      <dgm:spPr/>
      <dgm:t>
        <a:bodyPr/>
        <a:lstStyle/>
        <a:p>
          <a:endParaRPr lang="en-US"/>
        </a:p>
      </dgm:t>
    </dgm:pt>
    <dgm:pt modelId="{8CCE86A2-D846-42FE-8FE8-15DBA6580DFE}" type="pres">
      <dgm:prSet presAssocID="{C289C930-680D-49A9-B073-8249BEE71190}" presName="composite" presStyleCnt="0"/>
      <dgm:spPr/>
    </dgm:pt>
    <dgm:pt modelId="{90EB7711-4708-41B7-9216-57FB012D87E4}" type="pres">
      <dgm:prSet presAssocID="{C289C930-680D-49A9-B073-8249BEE71190}" presName="imgShp" presStyleLbl="fgImgPlace1" presStyleIdx="0" presStyleCnt="2"/>
      <dgm:spPr/>
    </dgm:pt>
    <dgm:pt modelId="{81E86440-B741-4EE0-BE54-014672B9CB43}" type="pres">
      <dgm:prSet presAssocID="{C289C930-680D-49A9-B073-8249BEE71190}" presName="txShp" presStyleLbl="node1" presStyleIdx="0" presStyleCnt="2">
        <dgm:presLayoutVars>
          <dgm:bulletEnabled val="1"/>
        </dgm:presLayoutVars>
      </dgm:prSet>
      <dgm:spPr/>
      <dgm:t>
        <a:bodyPr/>
        <a:lstStyle/>
        <a:p>
          <a:endParaRPr lang="en-US"/>
        </a:p>
      </dgm:t>
    </dgm:pt>
    <dgm:pt modelId="{56D0BA8C-C36D-45EF-849D-27100E8C0EE5}" type="pres">
      <dgm:prSet presAssocID="{3CDB9485-E0EC-4B59-A0BB-531086083BF4}" presName="spacing" presStyleCnt="0"/>
      <dgm:spPr/>
    </dgm:pt>
    <dgm:pt modelId="{45965929-CA35-4E30-9018-035C29B9F419}" type="pres">
      <dgm:prSet presAssocID="{859212AE-FF5A-4CE9-B06D-BC82A2CE821E}" presName="composite" presStyleCnt="0"/>
      <dgm:spPr/>
    </dgm:pt>
    <dgm:pt modelId="{D1EE0ABE-D3CC-447D-8AD8-BA2C0A221425}" type="pres">
      <dgm:prSet presAssocID="{859212AE-FF5A-4CE9-B06D-BC82A2CE821E}" presName="imgShp" presStyleLbl="fgImgPlace1" presStyleIdx="1" presStyleCnt="2"/>
      <dgm:spPr/>
    </dgm:pt>
    <dgm:pt modelId="{B9AE3AF2-0079-406F-BA0E-15DABE5BD223}" type="pres">
      <dgm:prSet presAssocID="{859212AE-FF5A-4CE9-B06D-BC82A2CE821E}" presName="txShp" presStyleLbl="node1" presStyleIdx="1" presStyleCnt="2">
        <dgm:presLayoutVars>
          <dgm:bulletEnabled val="1"/>
        </dgm:presLayoutVars>
      </dgm:prSet>
      <dgm:spPr/>
      <dgm:t>
        <a:bodyPr/>
        <a:lstStyle/>
        <a:p>
          <a:endParaRPr lang="en-US"/>
        </a:p>
      </dgm:t>
    </dgm:pt>
  </dgm:ptLst>
  <dgm:cxnLst>
    <dgm:cxn modelId="{D3C70AA4-88D0-4F9B-AACD-71B540670DBC}" type="presOf" srcId="{859212AE-FF5A-4CE9-B06D-BC82A2CE821E}" destId="{B9AE3AF2-0079-406F-BA0E-15DABE5BD223}" srcOrd="0" destOrd="0" presId="urn:microsoft.com/office/officeart/2005/8/layout/vList3#2"/>
    <dgm:cxn modelId="{CD44F74B-37A4-40BD-B446-8D62F03DCA98}" srcId="{36DB1428-53CC-4828-889E-387FF74B2B3E}" destId="{C289C930-680D-49A9-B073-8249BEE71190}" srcOrd="0" destOrd="0" parTransId="{D36498D0-EE0B-4C0A-A7B4-4AA28BB4C0D3}" sibTransId="{3CDB9485-E0EC-4B59-A0BB-531086083BF4}"/>
    <dgm:cxn modelId="{D6FEFD27-EBB7-4C5C-9DFF-83B72359C056}" type="presOf" srcId="{A87E45BD-E028-4E16-9694-1DA882B14A4D}" destId="{B9AE3AF2-0079-406F-BA0E-15DABE5BD223}" srcOrd="0" destOrd="1" presId="urn:microsoft.com/office/officeart/2005/8/layout/vList3#2"/>
    <dgm:cxn modelId="{1D8C500B-2A3D-49DC-AA5E-496CD259B1A4}" type="presOf" srcId="{C289C930-680D-49A9-B073-8249BEE71190}" destId="{81E86440-B741-4EE0-BE54-014672B9CB43}" srcOrd="0" destOrd="0" presId="urn:microsoft.com/office/officeart/2005/8/layout/vList3#2"/>
    <dgm:cxn modelId="{E1460EF0-D93D-4111-A3E9-7D2C0B15A53B}" srcId="{36DB1428-53CC-4828-889E-387FF74B2B3E}" destId="{859212AE-FF5A-4CE9-B06D-BC82A2CE821E}" srcOrd="1" destOrd="0" parTransId="{E20D7F17-71D6-42A3-8BD6-CC6DD67825D1}" sibTransId="{6F1CEF1F-5310-4503-9635-140DD282D8DA}"/>
    <dgm:cxn modelId="{62A3FCE6-3D69-4E32-9DB7-B56EDFEEC3D5}" srcId="{859212AE-FF5A-4CE9-B06D-BC82A2CE821E}" destId="{ABFFA3B9-3524-43FD-B175-EAB64A6A6470}" srcOrd="1" destOrd="0" parTransId="{8CBA0904-C14B-40C1-A05E-29C9B433AB45}" sibTransId="{670B3A81-329B-4EC9-BB64-AF00F55275B3}"/>
    <dgm:cxn modelId="{35460D21-8C44-4A70-8BA5-C12408D770C2}" type="presOf" srcId="{ABFFA3B9-3524-43FD-B175-EAB64A6A6470}" destId="{B9AE3AF2-0079-406F-BA0E-15DABE5BD223}" srcOrd="0" destOrd="2" presId="urn:microsoft.com/office/officeart/2005/8/layout/vList3#2"/>
    <dgm:cxn modelId="{B6B4D6EA-1825-4843-85C9-0CECC5DFA668}" srcId="{859212AE-FF5A-4CE9-B06D-BC82A2CE821E}" destId="{A87E45BD-E028-4E16-9694-1DA882B14A4D}" srcOrd="0" destOrd="0" parTransId="{76FCCB0F-38D9-40E1-9BBA-5165C98977E9}" sibTransId="{13823A04-BD0D-4CA1-9E19-75CD328CB06B}"/>
    <dgm:cxn modelId="{952F7A30-7284-4A19-9FA0-EA8F9DAA5647}" type="presOf" srcId="{36DB1428-53CC-4828-889E-387FF74B2B3E}" destId="{5668B423-2594-4695-A88C-9C71CC5EEE91}" srcOrd="0" destOrd="0" presId="urn:microsoft.com/office/officeart/2005/8/layout/vList3#2"/>
    <dgm:cxn modelId="{4D6875F1-DFE1-4CA1-9C74-3AD12333A5B7}" type="presParOf" srcId="{5668B423-2594-4695-A88C-9C71CC5EEE91}" destId="{8CCE86A2-D846-42FE-8FE8-15DBA6580DFE}" srcOrd="0" destOrd="0" presId="urn:microsoft.com/office/officeart/2005/8/layout/vList3#2"/>
    <dgm:cxn modelId="{EAA01F1A-D2EC-4F4E-92FE-B8A75672EDF0}" type="presParOf" srcId="{8CCE86A2-D846-42FE-8FE8-15DBA6580DFE}" destId="{90EB7711-4708-41B7-9216-57FB012D87E4}" srcOrd="0" destOrd="0" presId="urn:microsoft.com/office/officeart/2005/8/layout/vList3#2"/>
    <dgm:cxn modelId="{730FD957-3FA2-487E-A00C-C3E4BB03A652}" type="presParOf" srcId="{8CCE86A2-D846-42FE-8FE8-15DBA6580DFE}" destId="{81E86440-B741-4EE0-BE54-014672B9CB43}" srcOrd="1" destOrd="0" presId="urn:microsoft.com/office/officeart/2005/8/layout/vList3#2"/>
    <dgm:cxn modelId="{B2B86038-76E4-442A-A2BD-4FB15D80569E}" type="presParOf" srcId="{5668B423-2594-4695-A88C-9C71CC5EEE91}" destId="{56D0BA8C-C36D-45EF-849D-27100E8C0EE5}" srcOrd="1" destOrd="0" presId="urn:microsoft.com/office/officeart/2005/8/layout/vList3#2"/>
    <dgm:cxn modelId="{6C18105E-C3B2-4C85-8AA8-0176BC8C3888}" type="presParOf" srcId="{5668B423-2594-4695-A88C-9C71CC5EEE91}" destId="{45965929-CA35-4E30-9018-035C29B9F419}" srcOrd="2" destOrd="0" presId="urn:microsoft.com/office/officeart/2005/8/layout/vList3#2"/>
    <dgm:cxn modelId="{3E9AD3F5-436E-4468-8C8A-4380BFB79DB4}" type="presParOf" srcId="{45965929-CA35-4E30-9018-035C29B9F419}" destId="{D1EE0ABE-D3CC-447D-8AD8-BA2C0A221425}" srcOrd="0" destOrd="0" presId="urn:microsoft.com/office/officeart/2005/8/layout/vList3#2"/>
    <dgm:cxn modelId="{470AF8BE-3CFC-49B1-BC1C-8A01B421767D}" type="presParOf" srcId="{45965929-CA35-4E30-9018-035C29B9F419}" destId="{B9AE3AF2-0079-406F-BA0E-15DABE5BD223}" srcOrd="1" destOrd="0" presId="urn:microsoft.com/office/officeart/2005/8/layout/vList3#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AA1655D-0F0E-4DF2-AEDE-D661EF9FEA1D}" type="doc">
      <dgm:prSet loTypeId="urn:microsoft.com/office/officeart/2005/8/layout/vList3#3" loCatId="list" qsTypeId="urn:microsoft.com/office/officeart/2005/8/quickstyle/simple1" qsCatId="simple" csTypeId="urn:microsoft.com/office/officeart/2005/8/colors/accent0_3" csCatId="mainScheme"/>
      <dgm:spPr/>
      <dgm:t>
        <a:bodyPr/>
        <a:lstStyle/>
        <a:p>
          <a:endParaRPr lang="en-US"/>
        </a:p>
      </dgm:t>
    </dgm:pt>
    <dgm:pt modelId="{44DBF728-691E-47C0-A047-51A4B65BB604}">
      <dgm:prSet/>
      <dgm:spPr/>
      <dgm:t>
        <a:bodyPr/>
        <a:lstStyle/>
        <a:p>
          <a:pPr rtl="0"/>
          <a:r>
            <a:rPr lang="en-US" dirty="0" smtClean="0">
              <a:latin typeface="Cambria" panose="02040503050406030204" pitchFamily="18" charset="0"/>
            </a:rPr>
            <a:t>The second approach is to map all the control registers into the memory space. Each control register is assigned a unique memory address to which no memory is assigned. This system is called memory-mapped I/O.</a:t>
          </a:r>
          <a:endParaRPr lang="en-US" dirty="0">
            <a:latin typeface="Cambria" panose="02040503050406030204" pitchFamily="18" charset="0"/>
          </a:endParaRPr>
        </a:p>
      </dgm:t>
    </dgm:pt>
    <dgm:pt modelId="{8983DC1F-86FD-4944-A20E-27C3126EBEA9}" type="parTrans" cxnId="{CF40284C-4355-4DAB-9D8A-0607E2FDF93F}">
      <dgm:prSet/>
      <dgm:spPr/>
      <dgm:t>
        <a:bodyPr/>
        <a:lstStyle/>
        <a:p>
          <a:endParaRPr lang="en-US"/>
        </a:p>
      </dgm:t>
    </dgm:pt>
    <dgm:pt modelId="{52D2E19B-D801-43E3-BD18-800F985ACFA7}" type="sibTrans" cxnId="{CF40284C-4355-4DAB-9D8A-0607E2FDF93F}">
      <dgm:prSet/>
      <dgm:spPr/>
      <dgm:t>
        <a:bodyPr/>
        <a:lstStyle/>
        <a:p>
          <a:endParaRPr lang="en-US"/>
        </a:p>
      </dgm:t>
    </dgm:pt>
    <dgm:pt modelId="{78690122-9C8E-484D-8908-7709F6D90610}">
      <dgm:prSet/>
      <dgm:spPr/>
      <dgm:t>
        <a:bodyPr/>
        <a:lstStyle/>
        <a:p>
          <a:pPr rtl="0"/>
          <a:r>
            <a:rPr lang="en-US" dirty="0" smtClean="0">
              <a:latin typeface="Cambria" panose="02040503050406030204" pitchFamily="18" charset="0"/>
            </a:rPr>
            <a:t>A hybrid scheme, with memory-mapped I/O data buffers and separate I/O ports for the control registers.</a:t>
          </a:r>
          <a:endParaRPr lang="en-US" dirty="0">
            <a:latin typeface="Cambria" panose="02040503050406030204" pitchFamily="18" charset="0"/>
          </a:endParaRPr>
        </a:p>
      </dgm:t>
    </dgm:pt>
    <dgm:pt modelId="{7F444BA9-D24E-4B3E-BE13-5C7BCFD55518}" type="parTrans" cxnId="{8EA2DD32-876D-4198-B655-AE738674FF88}">
      <dgm:prSet/>
      <dgm:spPr/>
      <dgm:t>
        <a:bodyPr/>
        <a:lstStyle/>
        <a:p>
          <a:endParaRPr lang="en-US"/>
        </a:p>
      </dgm:t>
    </dgm:pt>
    <dgm:pt modelId="{06DF5F9D-C1D8-4F27-A7B7-C404D7291319}" type="sibTrans" cxnId="{8EA2DD32-876D-4198-B655-AE738674FF88}">
      <dgm:prSet/>
      <dgm:spPr/>
      <dgm:t>
        <a:bodyPr/>
        <a:lstStyle/>
        <a:p>
          <a:endParaRPr lang="en-US"/>
        </a:p>
      </dgm:t>
    </dgm:pt>
    <dgm:pt modelId="{C8D6F902-5CCC-443A-8859-55079C294595}" type="pres">
      <dgm:prSet presAssocID="{CAA1655D-0F0E-4DF2-AEDE-D661EF9FEA1D}" presName="linearFlow" presStyleCnt="0">
        <dgm:presLayoutVars>
          <dgm:dir/>
          <dgm:resizeHandles val="exact"/>
        </dgm:presLayoutVars>
      </dgm:prSet>
      <dgm:spPr/>
      <dgm:t>
        <a:bodyPr/>
        <a:lstStyle/>
        <a:p>
          <a:endParaRPr lang="en-US"/>
        </a:p>
      </dgm:t>
    </dgm:pt>
    <dgm:pt modelId="{E157E9EB-BAD3-47EB-A40E-B6F78C13267E}" type="pres">
      <dgm:prSet presAssocID="{44DBF728-691E-47C0-A047-51A4B65BB604}" presName="composite" presStyleCnt="0"/>
      <dgm:spPr/>
    </dgm:pt>
    <dgm:pt modelId="{B7AE4246-C690-49C3-BBAA-362510DCE9B9}" type="pres">
      <dgm:prSet presAssocID="{44DBF728-691E-47C0-A047-51A4B65BB604}" presName="imgShp" presStyleLbl="fgImgPlace1" presStyleIdx="0" presStyleCnt="2"/>
      <dgm:spPr/>
    </dgm:pt>
    <dgm:pt modelId="{3BBB5611-695E-4986-89E5-4F6ECCED03F3}" type="pres">
      <dgm:prSet presAssocID="{44DBF728-691E-47C0-A047-51A4B65BB604}" presName="txShp" presStyleLbl="node1" presStyleIdx="0" presStyleCnt="2">
        <dgm:presLayoutVars>
          <dgm:bulletEnabled val="1"/>
        </dgm:presLayoutVars>
      </dgm:prSet>
      <dgm:spPr/>
      <dgm:t>
        <a:bodyPr/>
        <a:lstStyle/>
        <a:p>
          <a:endParaRPr lang="en-US"/>
        </a:p>
      </dgm:t>
    </dgm:pt>
    <dgm:pt modelId="{02012335-5213-4F97-A9FA-D2B4DB2D0C21}" type="pres">
      <dgm:prSet presAssocID="{52D2E19B-D801-43E3-BD18-800F985ACFA7}" presName="spacing" presStyleCnt="0"/>
      <dgm:spPr/>
    </dgm:pt>
    <dgm:pt modelId="{ED90B9BF-920D-499C-B9AB-24CC7D7B333C}" type="pres">
      <dgm:prSet presAssocID="{78690122-9C8E-484D-8908-7709F6D90610}" presName="composite" presStyleCnt="0"/>
      <dgm:spPr/>
    </dgm:pt>
    <dgm:pt modelId="{93C95825-BF1F-4E3C-823F-F658782441D7}" type="pres">
      <dgm:prSet presAssocID="{78690122-9C8E-484D-8908-7709F6D90610}" presName="imgShp" presStyleLbl="fgImgPlace1" presStyleIdx="1" presStyleCnt="2"/>
      <dgm:spPr/>
    </dgm:pt>
    <dgm:pt modelId="{26C66D38-F404-46B1-99C7-30153DA26996}" type="pres">
      <dgm:prSet presAssocID="{78690122-9C8E-484D-8908-7709F6D90610}" presName="txShp" presStyleLbl="node1" presStyleIdx="1" presStyleCnt="2">
        <dgm:presLayoutVars>
          <dgm:bulletEnabled val="1"/>
        </dgm:presLayoutVars>
      </dgm:prSet>
      <dgm:spPr/>
      <dgm:t>
        <a:bodyPr/>
        <a:lstStyle/>
        <a:p>
          <a:endParaRPr lang="en-US"/>
        </a:p>
      </dgm:t>
    </dgm:pt>
  </dgm:ptLst>
  <dgm:cxnLst>
    <dgm:cxn modelId="{8EA2DD32-876D-4198-B655-AE738674FF88}" srcId="{CAA1655D-0F0E-4DF2-AEDE-D661EF9FEA1D}" destId="{78690122-9C8E-484D-8908-7709F6D90610}" srcOrd="1" destOrd="0" parTransId="{7F444BA9-D24E-4B3E-BE13-5C7BCFD55518}" sibTransId="{06DF5F9D-C1D8-4F27-A7B7-C404D7291319}"/>
    <dgm:cxn modelId="{AAD233FE-0AC7-4BB7-8FEA-DE808E90CC2D}" type="presOf" srcId="{44DBF728-691E-47C0-A047-51A4B65BB604}" destId="{3BBB5611-695E-4986-89E5-4F6ECCED03F3}" srcOrd="0" destOrd="0" presId="urn:microsoft.com/office/officeart/2005/8/layout/vList3#3"/>
    <dgm:cxn modelId="{F2C28359-BFF8-4CC3-BA7B-3DC7E227F0E5}" type="presOf" srcId="{78690122-9C8E-484D-8908-7709F6D90610}" destId="{26C66D38-F404-46B1-99C7-30153DA26996}" srcOrd="0" destOrd="0" presId="urn:microsoft.com/office/officeart/2005/8/layout/vList3#3"/>
    <dgm:cxn modelId="{CF40284C-4355-4DAB-9D8A-0607E2FDF93F}" srcId="{CAA1655D-0F0E-4DF2-AEDE-D661EF9FEA1D}" destId="{44DBF728-691E-47C0-A047-51A4B65BB604}" srcOrd="0" destOrd="0" parTransId="{8983DC1F-86FD-4944-A20E-27C3126EBEA9}" sibTransId="{52D2E19B-D801-43E3-BD18-800F985ACFA7}"/>
    <dgm:cxn modelId="{4AF76E4E-0464-4386-AFC2-178AE79AFC63}" type="presOf" srcId="{CAA1655D-0F0E-4DF2-AEDE-D661EF9FEA1D}" destId="{C8D6F902-5CCC-443A-8859-55079C294595}" srcOrd="0" destOrd="0" presId="urn:microsoft.com/office/officeart/2005/8/layout/vList3#3"/>
    <dgm:cxn modelId="{5450A958-F0BA-41B6-98D5-05C143EDAFDE}" type="presParOf" srcId="{C8D6F902-5CCC-443A-8859-55079C294595}" destId="{E157E9EB-BAD3-47EB-A40E-B6F78C13267E}" srcOrd="0" destOrd="0" presId="urn:microsoft.com/office/officeart/2005/8/layout/vList3#3"/>
    <dgm:cxn modelId="{B7BEBEB1-D267-4AD4-B709-C5ADCC3660E6}" type="presParOf" srcId="{E157E9EB-BAD3-47EB-A40E-B6F78C13267E}" destId="{B7AE4246-C690-49C3-BBAA-362510DCE9B9}" srcOrd="0" destOrd="0" presId="urn:microsoft.com/office/officeart/2005/8/layout/vList3#3"/>
    <dgm:cxn modelId="{8B5D404C-0F3D-4994-9FCA-DED684069EAA}" type="presParOf" srcId="{E157E9EB-BAD3-47EB-A40E-B6F78C13267E}" destId="{3BBB5611-695E-4986-89E5-4F6ECCED03F3}" srcOrd="1" destOrd="0" presId="urn:microsoft.com/office/officeart/2005/8/layout/vList3#3"/>
    <dgm:cxn modelId="{B3D8CF90-93B3-421B-9175-16D7A5E5490F}" type="presParOf" srcId="{C8D6F902-5CCC-443A-8859-55079C294595}" destId="{02012335-5213-4F97-A9FA-D2B4DB2D0C21}" srcOrd="1" destOrd="0" presId="urn:microsoft.com/office/officeart/2005/8/layout/vList3#3"/>
    <dgm:cxn modelId="{7451BB9C-2407-4095-AAC5-187A92137B5D}" type="presParOf" srcId="{C8D6F902-5CCC-443A-8859-55079C294595}" destId="{ED90B9BF-920D-499C-B9AB-24CC7D7B333C}" srcOrd="2" destOrd="0" presId="urn:microsoft.com/office/officeart/2005/8/layout/vList3#3"/>
    <dgm:cxn modelId="{1B93F0BD-8803-4241-891B-0585F4ADFCB0}" type="presParOf" srcId="{ED90B9BF-920D-499C-B9AB-24CC7D7B333C}" destId="{93C95825-BF1F-4E3C-823F-F658782441D7}" srcOrd="0" destOrd="0" presId="urn:microsoft.com/office/officeart/2005/8/layout/vList3#3"/>
    <dgm:cxn modelId="{9C250E30-C0A4-416E-B696-DEB47CC88D36}" type="presParOf" srcId="{ED90B9BF-920D-499C-B9AB-24CC7D7B333C}" destId="{26C66D38-F404-46B1-99C7-30153DA26996}" srcOrd="1" destOrd="0" presId="urn:microsoft.com/office/officeart/2005/8/layout/vList3#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E7B92F3-915A-4D59-8B8A-8500CDF3618C}"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7613F14F-AD31-4604-8221-7C66FCA78A80}">
      <dgm:prSet custT="1"/>
      <dgm:spPr/>
      <dgm:t>
        <a:bodyPr/>
        <a:lstStyle/>
        <a:p>
          <a:pPr rtl="0"/>
          <a:r>
            <a:rPr lang="en-US" sz="4000" dirty="0" smtClean="0">
              <a:latin typeface="Cambria" panose="02040503050406030204" pitchFamily="18" charset="0"/>
            </a:rPr>
            <a:t>First scheme</a:t>
          </a:r>
          <a:endParaRPr lang="en-US" sz="4000" dirty="0">
            <a:latin typeface="Cambria" panose="02040503050406030204" pitchFamily="18" charset="0"/>
          </a:endParaRPr>
        </a:p>
      </dgm:t>
    </dgm:pt>
    <dgm:pt modelId="{44BD89D3-6139-4CBB-8DF2-995A9F477C6E}" type="parTrans" cxnId="{5CA9222C-45DC-446D-8B38-F45E83596657}">
      <dgm:prSet/>
      <dgm:spPr/>
      <dgm:t>
        <a:bodyPr/>
        <a:lstStyle/>
        <a:p>
          <a:endParaRPr lang="en-US"/>
        </a:p>
      </dgm:t>
    </dgm:pt>
    <dgm:pt modelId="{4BDF586F-F791-4DFF-935A-EF4F1BD58845}" type="sibTrans" cxnId="{5CA9222C-45DC-446D-8B38-F45E83596657}">
      <dgm:prSet/>
      <dgm:spPr/>
      <dgm:t>
        <a:bodyPr/>
        <a:lstStyle/>
        <a:p>
          <a:endParaRPr lang="en-US"/>
        </a:p>
      </dgm:t>
    </dgm:pt>
    <dgm:pt modelId="{66B01290-42E9-4554-B7F9-C950032E9E5D}">
      <dgm:prSet/>
      <dgm:spPr/>
      <dgm:t>
        <a:bodyPr/>
        <a:lstStyle/>
        <a:p>
          <a:pPr rtl="0"/>
          <a:r>
            <a:rPr lang="en-IN" dirty="0" smtClean="0">
              <a:latin typeface="Cambria" panose="02040503050406030204" pitchFamily="18" charset="0"/>
            </a:rPr>
            <a:t>If CPU want to read word, </a:t>
          </a:r>
          <a:endParaRPr lang="en-US" dirty="0">
            <a:latin typeface="Cambria" panose="02040503050406030204" pitchFamily="18" charset="0"/>
          </a:endParaRPr>
        </a:p>
      </dgm:t>
    </dgm:pt>
    <dgm:pt modelId="{6043ABC5-7A86-47CA-8847-A15EB7A0788C}" type="parTrans" cxnId="{084702D8-7F83-4F53-89D4-C2AB522616E9}">
      <dgm:prSet/>
      <dgm:spPr/>
      <dgm:t>
        <a:bodyPr/>
        <a:lstStyle/>
        <a:p>
          <a:endParaRPr lang="en-US"/>
        </a:p>
      </dgm:t>
    </dgm:pt>
    <dgm:pt modelId="{E0351C8B-DB8A-4B29-8BA5-BBC44D7B834D}" type="sibTrans" cxnId="{084702D8-7F83-4F53-89D4-C2AB522616E9}">
      <dgm:prSet/>
      <dgm:spPr/>
      <dgm:t>
        <a:bodyPr/>
        <a:lstStyle/>
        <a:p>
          <a:endParaRPr lang="en-US"/>
        </a:p>
      </dgm:t>
    </dgm:pt>
    <dgm:pt modelId="{16DCB535-3042-4BF5-9EB6-8B8498BD8ED1}">
      <dgm:prSet/>
      <dgm:spPr/>
      <dgm:t>
        <a:bodyPr/>
        <a:lstStyle/>
        <a:p>
          <a:pPr rtl="0"/>
          <a:r>
            <a:rPr lang="en-US" smtClean="0">
              <a:latin typeface="Cambria" panose="02040503050406030204" pitchFamily="18" charset="0"/>
            </a:rPr>
            <a:t>Puts read SIGNAL on control line</a:t>
          </a:r>
          <a:endParaRPr lang="en-US">
            <a:latin typeface="Cambria" panose="02040503050406030204" pitchFamily="18" charset="0"/>
          </a:endParaRPr>
        </a:p>
      </dgm:t>
    </dgm:pt>
    <dgm:pt modelId="{643E1E37-F547-43FE-9609-8E1263052427}" type="parTrans" cxnId="{B00E42DB-A4E5-4A8C-B7BB-60A2172C83F0}">
      <dgm:prSet/>
      <dgm:spPr/>
      <dgm:t>
        <a:bodyPr/>
        <a:lstStyle/>
        <a:p>
          <a:endParaRPr lang="en-US"/>
        </a:p>
      </dgm:t>
    </dgm:pt>
    <dgm:pt modelId="{9F4D894A-4E5B-4135-AE90-D2120C47D2E0}" type="sibTrans" cxnId="{B00E42DB-A4E5-4A8C-B7BB-60A2172C83F0}">
      <dgm:prSet/>
      <dgm:spPr/>
      <dgm:t>
        <a:bodyPr/>
        <a:lstStyle/>
        <a:p>
          <a:endParaRPr lang="en-US"/>
        </a:p>
      </dgm:t>
    </dgm:pt>
    <dgm:pt modelId="{16A25DF3-A472-4D50-850D-30599F870E3C}">
      <dgm:prSet/>
      <dgm:spPr/>
      <dgm:t>
        <a:bodyPr/>
        <a:lstStyle/>
        <a:p>
          <a:pPr rtl="0"/>
          <a:r>
            <a:rPr lang="en-US" dirty="0" smtClean="0">
              <a:latin typeface="Cambria" panose="02040503050406030204" pitchFamily="18" charset="0"/>
            </a:rPr>
            <a:t>Put address on address line</a:t>
          </a:r>
          <a:endParaRPr lang="en-US" dirty="0">
            <a:latin typeface="Cambria" panose="02040503050406030204" pitchFamily="18" charset="0"/>
          </a:endParaRPr>
        </a:p>
      </dgm:t>
    </dgm:pt>
    <dgm:pt modelId="{62D16F07-4179-4397-A195-2DD8C15454D0}" type="parTrans" cxnId="{892EDB7D-C48D-487E-A4A4-AD4D39CC5FFF}">
      <dgm:prSet/>
      <dgm:spPr/>
      <dgm:t>
        <a:bodyPr/>
        <a:lstStyle/>
        <a:p>
          <a:endParaRPr lang="en-US"/>
        </a:p>
      </dgm:t>
    </dgm:pt>
    <dgm:pt modelId="{30DCB1CE-3C4E-4DD4-981A-DB3EBC3EA687}" type="sibTrans" cxnId="{892EDB7D-C48D-487E-A4A4-AD4D39CC5FFF}">
      <dgm:prSet/>
      <dgm:spPr/>
      <dgm:t>
        <a:bodyPr/>
        <a:lstStyle/>
        <a:p>
          <a:endParaRPr lang="en-US"/>
        </a:p>
      </dgm:t>
    </dgm:pt>
    <dgm:pt modelId="{D2685978-F485-44A5-9806-5B05F74590EB}">
      <dgm:prSet/>
      <dgm:spPr/>
      <dgm:t>
        <a:bodyPr/>
        <a:lstStyle/>
        <a:p>
          <a:pPr rtl="0"/>
          <a:r>
            <a:rPr lang="en-IN" smtClean="0">
              <a:latin typeface="Cambria" panose="02040503050406030204" pitchFamily="18" charset="0"/>
            </a:rPr>
            <a:t>A second signal line is used to tell weather I/O space or memory space is needed.</a:t>
          </a:r>
          <a:endParaRPr lang="en-US">
            <a:latin typeface="Cambria" panose="02040503050406030204" pitchFamily="18" charset="0"/>
          </a:endParaRPr>
        </a:p>
      </dgm:t>
    </dgm:pt>
    <dgm:pt modelId="{911E8E25-8E1A-454F-95DD-083A6F9F013F}" type="parTrans" cxnId="{9F2D5B3E-7721-43E3-8071-B60D86B9EB39}">
      <dgm:prSet/>
      <dgm:spPr/>
      <dgm:t>
        <a:bodyPr/>
        <a:lstStyle/>
        <a:p>
          <a:endParaRPr lang="en-US"/>
        </a:p>
      </dgm:t>
    </dgm:pt>
    <dgm:pt modelId="{6F01AE66-0F7D-42F6-9217-56134EFEBC8C}" type="sibTrans" cxnId="{9F2D5B3E-7721-43E3-8071-B60D86B9EB39}">
      <dgm:prSet/>
      <dgm:spPr/>
      <dgm:t>
        <a:bodyPr/>
        <a:lstStyle/>
        <a:p>
          <a:endParaRPr lang="en-US"/>
        </a:p>
      </dgm:t>
    </dgm:pt>
    <dgm:pt modelId="{7435ED3B-DCCC-428D-8214-A6697DF6A573}">
      <dgm:prSet custT="1"/>
      <dgm:spPr/>
      <dgm:t>
        <a:bodyPr/>
        <a:lstStyle/>
        <a:p>
          <a:pPr rtl="0"/>
          <a:r>
            <a:rPr lang="en-US" sz="4000" dirty="0" smtClean="0">
              <a:latin typeface="Cambria" panose="02040503050406030204" pitchFamily="18" charset="0"/>
            </a:rPr>
            <a:t>Memory mapped approach</a:t>
          </a:r>
          <a:endParaRPr lang="en-US" sz="4000" dirty="0">
            <a:latin typeface="Cambria" panose="02040503050406030204" pitchFamily="18" charset="0"/>
          </a:endParaRPr>
        </a:p>
      </dgm:t>
    </dgm:pt>
    <dgm:pt modelId="{271A4C71-6205-47A0-A1B8-304FA6CEDD9E}" type="parTrans" cxnId="{5AF467B3-AD44-4A65-92CC-B3BA6601690A}">
      <dgm:prSet/>
      <dgm:spPr/>
      <dgm:t>
        <a:bodyPr/>
        <a:lstStyle/>
        <a:p>
          <a:endParaRPr lang="en-US"/>
        </a:p>
      </dgm:t>
    </dgm:pt>
    <dgm:pt modelId="{FF58138F-8C94-4616-AFB8-F65ED54E36A6}" type="sibTrans" cxnId="{5AF467B3-AD44-4A65-92CC-B3BA6601690A}">
      <dgm:prSet/>
      <dgm:spPr/>
      <dgm:t>
        <a:bodyPr/>
        <a:lstStyle/>
        <a:p>
          <a:endParaRPr lang="en-US"/>
        </a:p>
      </dgm:t>
    </dgm:pt>
    <dgm:pt modelId="{D1FFFBFA-7CEA-4842-B89E-C3065A0B085A}">
      <dgm:prSet/>
      <dgm:spPr/>
      <dgm:t>
        <a:bodyPr/>
        <a:lstStyle/>
        <a:p>
          <a:pPr rtl="0"/>
          <a:r>
            <a:rPr lang="en-IN" smtClean="0">
              <a:latin typeface="Cambria" panose="02040503050406030204" pitchFamily="18" charset="0"/>
            </a:rPr>
            <a:t>If CPU want to read word, </a:t>
          </a:r>
          <a:endParaRPr lang="en-US">
            <a:latin typeface="Cambria" panose="02040503050406030204" pitchFamily="18" charset="0"/>
          </a:endParaRPr>
        </a:p>
      </dgm:t>
    </dgm:pt>
    <dgm:pt modelId="{C473E953-0C07-4CA2-98DC-FEEE9D7AAD4F}" type="parTrans" cxnId="{ADD8A1C1-B597-4A4C-8F30-A956E8C26EA1}">
      <dgm:prSet/>
      <dgm:spPr/>
      <dgm:t>
        <a:bodyPr/>
        <a:lstStyle/>
        <a:p>
          <a:endParaRPr lang="en-US"/>
        </a:p>
      </dgm:t>
    </dgm:pt>
    <dgm:pt modelId="{19CD0516-378C-4239-A34B-3E07193888C8}" type="sibTrans" cxnId="{ADD8A1C1-B597-4A4C-8F30-A956E8C26EA1}">
      <dgm:prSet/>
      <dgm:spPr/>
      <dgm:t>
        <a:bodyPr/>
        <a:lstStyle/>
        <a:p>
          <a:endParaRPr lang="en-US"/>
        </a:p>
      </dgm:t>
    </dgm:pt>
    <dgm:pt modelId="{04A300F6-A237-4B1D-B96D-48B1EC5646CA}">
      <dgm:prSet/>
      <dgm:spPr/>
      <dgm:t>
        <a:bodyPr/>
        <a:lstStyle/>
        <a:p>
          <a:pPr rtl="0"/>
          <a:r>
            <a:rPr lang="en-US" smtClean="0">
              <a:latin typeface="Cambria" panose="02040503050406030204" pitchFamily="18" charset="0"/>
            </a:rPr>
            <a:t>Puts read SIGNAL on control line</a:t>
          </a:r>
          <a:endParaRPr lang="en-US">
            <a:latin typeface="Cambria" panose="02040503050406030204" pitchFamily="18" charset="0"/>
          </a:endParaRPr>
        </a:p>
      </dgm:t>
    </dgm:pt>
    <dgm:pt modelId="{7D99A546-E600-4143-BC31-36FC22950CE8}" type="parTrans" cxnId="{C6345F99-B9AA-41E2-9466-760E8B4296EA}">
      <dgm:prSet/>
      <dgm:spPr/>
      <dgm:t>
        <a:bodyPr/>
        <a:lstStyle/>
        <a:p>
          <a:endParaRPr lang="en-US"/>
        </a:p>
      </dgm:t>
    </dgm:pt>
    <dgm:pt modelId="{4B1F25A0-8488-4F77-AE84-DF3A18252FAE}" type="sibTrans" cxnId="{C6345F99-B9AA-41E2-9466-760E8B4296EA}">
      <dgm:prSet/>
      <dgm:spPr/>
      <dgm:t>
        <a:bodyPr/>
        <a:lstStyle/>
        <a:p>
          <a:endParaRPr lang="en-US"/>
        </a:p>
      </dgm:t>
    </dgm:pt>
    <dgm:pt modelId="{20F99C62-306C-4FDA-AAD2-E780E2B18D60}">
      <dgm:prSet/>
      <dgm:spPr/>
      <dgm:t>
        <a:bodyPr/>
        <a:lstStyle/>
        <a:p>
          <a:pPr rtl="0"/>
          <a:r>
            <a:rPr lang="en-US" dirty="0" smtClean="0">
              <a:latin typeface="Cambria" panose="02040503050406030204" pitchFamily="18" charset="0"/>
            </a:rPr>
            <a:t>Put address on address line and let memory module and I/O devices compare address with the ranges they serve.</a:t>
          </a:r>
          <a:endParaRPr lang="en-US" dirty="0">
            <a:latin typeface="Cambria" panose="02040503050406030204" pitchFamily="18" charset="0"/>
          </a:endParaRPr>
        </a:p>
      </dgm:t>
    </dgm:pt>
    <dgm:pt modelId="{AD7E258E-DFCA-45F8-B6C7-41B7285C2420}" type="parTrans" cxnId="{B04A586A-173D-4E10-991C-AB4A3D585D83}">
      <dgm:prSet/>
      <dgm:spPr/>
      <dgm:t>
        <a:bodyPr/>
        <a:lstStyle/>
        <a:p>
          <a:endParaRPr lang="en-US"/>
        </a:p>
      </dgm:t>
    </dgm:pt>
    <dgm:pt modelId="{F3D9D382-0A0F-4EA7-A77E-2FF81C18C672}" type="sibTrans" cxnId="{B04A586A-173D-4E10-991C-AB4A3D585D83}">
      <dgm:prSet/>
      <dgm:spPr/>
      <dgm:t>
        <a:bodyPr/>
        <a:lstStyle/>
        <a:p>
          <a:endParaRPr lang="en-US"/>
        </a:p>
      </dgm:t>
    </dgm:pt>
    <dgm:pt modelId="{38A8944E-DB45-465C-BB25-DA3CADCAB939}" type="pres">
      <dgm:prSet presAssocID="{CE7B92F3-915A-4D59-8B8A-8500CDF3618C}" presName="Name0" presStyleCnt="0">
        <dgm:presLayoutVars>
          <dgm:dir/>
          <dgm:animLvl val="lvl"/>
          <dgm:resizeHandles val="exact"/>
        </dgm:presLayoutVars>
      </dgm:prSet>
      <dgm:spPr/>
      <dgm:t>
        <a:bodyPr/>
        <a:lstStyle/>
        <a:p>
          <a:endParaRPr lang="en-US"/>
        </a:p>
      </dgm:t>
    </dgm:pt>
    <dgm:pt modelId="{D2BFB0EA-4A02-4FB6-914A-EAB840018484}" type="pres">
      <dgm:prSet presAssocID="{7613F14F-AD31-4604-8221-7C66FCA78A80}" presName="linNode" presStyleCnt="0"/>
      <dgm:spPr/>
    </dgm:pt>
    <dgm:pt modelId="{C2283748-A173-49F6-B2E3-AEE456EA77F4}" type="pres">
      <dgm:prSet presAssocID="{7613F14F-AD31-4604-8221-7C66FCA78A80}" presName="parentText" presStyleLbl="node1" presStyleIdx="0" presStyleCnt="2">
        <dgm:presLayoutVars>
          <dgm:chMax val="1"/>
          <dgm:bulletEnabled val="1"/>
        </dgm:presLayoutVars>
      </dgm:prSet>
      <dgm:spPr/>
      <dgm:t>
        <a:bodyPr/>
        <a:lstStyle/>
        <a:p>
          <a:endParaRPr lang="en-US"/>
        </a:p>
      </dgm:t>
    </dgm:pt>
    <dgm:pt modelId="{DBC3AB70-3ECF-4134-AA51-DE7B7267CC46}" type="pres">
      <dgm:prSet presAssocID="{7613F14F-AD31-4604-8221-7C66FCA78A80}" presName="descendantText" presStyleLbl="alignAccFollowNode1" presStyleIdx="0" presStyleCnt="2">
        <dgm:presLayoutVars>
          <dgm:bulletEnabled val="1"/>
        </dgm:presLayoutVars>
      </dgm:prSet>
      <dgm:spPr/>
      <dgm:t>
        <a:bodyPr/>
        <a:lstStyle/>
        <a:p>
          <a:endParaRPr lang="en-US"/>
        </a:p>
      </dgm:t>
    </dgm:pt>
    <dgm:pt modelId="{E49EC8A4-72E8-4A89-83A8-5A5DD4FF8749}" type="pres">
      <dgm:prSet presAssocID="{4BDF586F-F791-4DFF-935A-EF4F1BD58845}" presName="sp" presStyleCnt="0"/>
      <dgm:spPr/>
    </dgm:pt>
    <dgm:pt modelId="{88D61596-50EB-4E98-8713-26D9D0667D1F}" type="pres">
      <dgm:prSet presAssocID="{7435ED3B-DCCC-428D-8214-A6697DF6A573}" presName="linNode" presStyleCnt="0"/>
      <dgm:spPr/>
    </dgm:pt>
    <dgm:pt modelId="{3EB17378-2EF1-4835-92A2-A102C8585B4E}" type="pres">
      <dgm:prSet presAssocID="{7435ED3B-DCCC-428D-8214-A6697DF6A573}" presName="parentText" presStyleLbl="node1" presStyleIdx="1" presStyleCnt="2">
        <dgm:presLayoutVars>
          <dgm:chMax val="1"/>
          <dgm:bulletEnabled val="1"/>
        </dgm:presLayoutVars>
      </dgm:prSet>
      <dgm:spPr/>
      <dgm:t>
        <a:bodyPr/>
        <a:lstStyle/>
        <a:p>
          <a:endParaRPr lang="en-US"/>
        </a:p>
      </dgm:t>
    </dgm:pt>
    <dgm:pt modelId="{C6B48C1A-FD15-44CA-88F3-62014B1B30C8}" type="pres">
      <dgm:prSet presAssocID="{7435ED3B-DCCC-428D-8214-A6697DF6A573}" presName="descendantText" presStyleLbl="alignAccFollowNode1" presStyleIdx="1" presStyleCnt="2">
        <dgm:presLayoutVars>
          <dgm:bulletEnabled val="1"/>
        </dgm:presLayoutVars>
      </dgm:prSet>
      <dgm:spPr/>
      <dgm:t>
        <a:bodyPr/>
        <a:lstStyle/>
        <a:p>
          <a:endParaRPr lang="en-US"/>
        </a:p>
      </dgm:t>
    </dgm:pt>
  </dgm:ptLst>
  <dgm:cxnLst>
    <dgm:cxn modelId="{892EDB7D-C48D-487E-A4A4-AD4D39CC5FFF}" srcId="{7613F14F-AD31-4604-8221-7C66FCA78A80}" destId="{16A25DF3-A472-4D50-850D-30599F870E3C}" srcOrd="2" destOrd="0" parTransId="{62D16F07-4179-4397-A195-2DD8C15454D0}" sibTransId="{30DCB1CE-3C4E-4DD4-981A-DB3EBC3EA687}"/>
    <dgm:cxn modelId="{466D842C-7F4D-4388-995F-91277DE8EB31}" type="presOf" srcId="{CE7B92F3-915A-4D59-8B8A-8500CDF3618C}" destId="{38A8944E-DB45-465C-BB25-DA3CADCAB939}" srcOrd="0" destOrd="0" presId="urn:microsoft.com/office/officeart/2005/8/layout/vList5"/>
    <dgm:cxn modelId="{084702D8-7F83-4F53-89D4-C2AB522616E9}" srcId="{7613F14F-AD31-4604-8221-7C66FCA78A80}" destId="{66B01290-42E9-4554-B7F9-C950032E9E5D}" srcOrd="0" destOrd="0" parTransId="{6043ABC5-7A86-47CA-8847-A15EB7A0788C}" sibTransId="{E0351C8B-DB8A-4B29-8BA5-BBC44D7B834D}"/>
    <dgm:cxn modelId="{997AC699-FA75-4E94-8485-03E94139BA85}" type="presOf" srcId="{7435ED3B-DCCC-428D-8214-A6697DF6A573}" destId="{3EB17378-2EF1-4835-92A2-A102C8585B4E}" srcOrd="0" destOrd="0" presId="urn:microsoft.com/office/officeart/2005/8/layout/vList5"/>
    <dgm:cxn modelId="{D2DE9C67-D24E-4256-BB34-53208AB40791}" type="presOf" srcId="{16DCB535-3042-4BF5-9EB6-8B8498BD8ED1}" destId="{DBC3AB70-3ECF-4134-AA51-DE7B7267CC46}" srcOrd="0" destOrd="1" presId="urn:microsoft.com/office/officeart/2005/8/layout/vList5"/>
    <dgm:cxn modelId="{7BA9EB91-A54D-43D2-8F71-AC7A2FB08688}" type="presOf" srcId="{66B01290-42E9-4554-B7F9-C950032E9E5D}" destId="{DBC3AB70-3ECF-4134-AA51-DE7B7267CC46}" srcOrd="0" destOrd="0" presId="urn:microsoft.com/office/officeart/2005/8/layout/vList5"/>
    <dgm:cxn modelId="{B04A586A-173D-4E10-991C-AB4A3D585D83}" srcId="{7435ED3B-DCCC-428D-8214-A6697DF6A573}" destId="{20F99C62-306C-4FDA-AAD2-E780E2B18D60}" srcOrd="2" destOrd="0" parTransId="{AD7E258E-DFCA-45F8-B6C7-41B7285C2420}" sibTransId="{F3D9D382-0A0F-4EA7-A77E-2FF81C18C672}"/>
    <dgm:cxn modelId="{CE77476F-7F46-49EE-8A58-FF93DEDF1A44}" type="presOf" srcId="{20F99C62-306C-4FDA-AAD2-E780E2B18D60}" destId="{C6B48C1A-FD15-44CA-88F3-62014B1B30C8}" srcOrd="0" destOrd="2" presId="urn:microsoft.com/office/officeart/2005/8/layout/vList5"/>
    <dgm:cxn modelId="{B00E42DB-A4E5-4A8C-B7BB-60A2172C83F0}" srcId="{7613F14F-AD31-4604-8221-7C66FCA78A80}" destId="{16DCB535-3042-4BF5-9EB6-8B8498BD8ED1}" srcOrd="1" destOrd="0" parTransId="{643E1E37-F547-43FE-9609-8E1263052427}" sibTransId="{9F4D894A-4E5B-4135-AE90-D2120C47D2E0}"/>
    <dgm:cxn modelId="{9F2D5B3E-7721-43E3-8071-B60D86B9EB39}" srcId="{7613F14F-AD31-4604-8221-7C66FCA78A80}" destId="{D2685978-F485-44A5-9806-5B05F74590EB}" srcOrd="3" destOrd="0" parTransId="{911E8E25-8E1A-454F-95DD-083A6F9F013F}" sibTransId="{6F01AE66-0F7D-42F6-9217-56134EFEBC8C}"/>
    <dgm:cxn modelId="{9C91C2BE-EA6B-4385-8361-09F19DB6BEBE}" type="presOf" srcId="{7613F14F-AD31-4604-8221-7C66FCA78A80}" destId="{C2283748-A173-49F6-B2E3-AEE456EA77F4}" srcOrd="0" destOrd="0" presId="urn:microsoft.com/office/officeart/2005/8/layout/vList5"/>
    <dgm:cxn modelId="{CE4E52C7-7AF8-49FE-8301-D4E43C9D54E5}" type="presOf" srcId="{D2685978-F485-44A5-9806-5B05F74590EB}" destId="{DBC3AB70-3ECF-4134-AA51-DE7B7267CC46}" srcOrd="0" destOrd="3" presId="urn:microsoft.com/office/officeart/2005/8/layout/vList5"/>
    <dgm:cxn modelId="{EF1DE798-9C94-4F6F-88F9-40651998C58F}" type="presOf" srcId="{D1FFFBFA-7CEA-4842-B89E-C3065A0B085A}" destId="{C6B48C1A-FD15-44CA-88F3-62014B1B30C8}" srcOrd="0" destOrd="0" presId="urn:microsoft.com/office/officeart/2005/8/layout/vList5"/>
    <dgm:cxn modelId="{E35A3C8E-81B5-4B9A-9F55-E92059CC8E17}" type="presOf" srcId="{16A25DF3-A472-4D50-850D-30599F870E3C}" destId="{DBC3AB70-3ECF-4134-AA51-DE7B7267CC46}" srcOrd="0" destOrd="2" presId="urn:microsoft.com/office/officeart/2005/8/layout/vList5"/>
    <dgm:cxn modelId="{C6345F99-B9AA-41E2-9466-760E8B4296EA}" srcId="{7435ED3B-DCCC-428D-8214-A6697DF6A573}" destId="{04A300F6-A237-4B1D-B96D-48B1EC5646CA}" srcOrd="1" destOrd="0" parTransId="{7D99A546-E600-4143-BC31-36FC22950CE8}" sibTransId="{4B1F25A0-8488-4F77-AE84-DF3A18252FAE}"/>
    <dgm:cxn modelId="{60E1ACC0-F6F3-45FF-B308-E7160CBAFDF9}" type="presOf" srcId="{04A300F6-A237-4B1D-B96D-48B1EC5646CA}" destId="{C6B48C1A-FD15-44CA-88F3-62014B1B30C8}" srcOrd="0" destOrd="1" presId="urn:microsoft.com/office/officeart/2005/8/layout/vList5"/>
    <dgm:cxn modelId="{ADD8A1C1-B597-4A4C-8F30-A956E8C26EA1}" srcId="{7435ED3B-DCCC-428D-8214-A6697DF6A573}" destId="{D1FFFBFA-7CEA-4842-B89E-C3065A0B085A}" srcOrd="0" destOrd="0" parTransId="{C473E953-0C07-4CA2-98DC-FEEE9D7AAD4F}" sibTransId="{19CD0516-378C-4239-A34B-3E07193888C8}"/>
    <dgm:cxn modelId="{5AF467B3-AD44-4A65-92CC-B3BA6601690A}" srcId="{CE7B92F3-915A-4D59-8B8A-8500CDF3618C}" destId="{7435ED3B-DCCC-428D-8214-A6697DF6A573}" srcOrd="1" destOrd="0" parTransId="{271A4C71-6205-47A0-A1B8-304FA6CEDD9E}" sibTransId="{FF58138F-8C94-4616-AFB8-F65ED54E36A6}"/>
    <dgm:cxn modelId="{5CA9222C-45DC-446D-8B38-F45E83596657}" srcId="{CE7B92F3-915A-4D59-8B8A-8500CDF3618C}" destId="{7613F14F-AD31-4604-8221-7C66FCA78A80}" srcOrd="0" destOrd="0" parTransId="{44BD89D3-6139-4CBB-8DF2-995A9F477C6E}" sibTransId="{4BDF586F-F791-4DFF-935A-EF4F1BD58845}"/>
    <dgm:cxn modelId="{8936C850-E7C6-4DFC-81E3-B95212CCF7C7}" type="presParOf" srcId="{38A8944E-DB45-465C-BB25-DA3CADCAB939}" destId="{D2BFB0EA-4A02-4FB6-914A-EAB840018484}" srcOrd="0" destOrd="0" presId="urn:microsoft.com/office/officeart/2005/8/layout/vList5"/>
    <dgm:cxn modelId="{13BC1301-706A-4AB8-95B5-CB3818A9DCF9}" type="presParOf" srcId="{D2BFB0EA-4A02-4FB6-914A-EAB840018484}" destId="{C2283748-A173-49F6-B2E3-AEE456EA77F4}" srcOrd="0" destOrd="0" presId="urn:microsoft.com/office/officeart/2005/8/layout/vList5"/>
    <dgm:cxn modelId="{7AFEB460-1787-4916-9757-46A52903D41A}" type="presParOf" srcId="{D2BFB0EA-4A02-4FB6-914A-EAB840018484}" destId="{DBC3AB70-3ECF-4134-AA51-DE7B7267CC46}" srcOrd="1" destOrd="0" presId="urn:microsoft.com/office/officeart/2005/8/layout/vList5"/>
    <dgm:cxn modelId="{E7FEB784-B1A2-4C62-A0A1-74912C1C2647}" type="presParOf" srcId="{38A8944E-DB45-465C-BB25-DA3CADCAB939}" destId="{E49EC8A4-72E8-4A89-83A8-5A5DD4FF8749}" srcOrd="1" destOrd="0" presId="urn:microsoft.com/office/officeart/2005/8/layout/vList5"/>
    <dgm:cxn modelId="{6979507F-0C30-4645-9285-F3C4DF86A88C}" type="presParOf" srcId="{38A8944E-DB45-465C-BB25-DA3CADCAB939}" destId="{88D61596-50EB-4E98-8713-26D9D0667D1F}" srcOrd="2" destOrd="0" presId="urn:microsoft.com/office/officeart/2005/8/layout/vList5"/>
    <dgm:cxn modelId="{130B9716-1C3A-4AE2-9E7E-73910E16BFDE}" type="presParOf" srcId="{88D61596-50EB-4E98-8713-26D9D0667D1F}" destId="{3EB17378-2EF1-4835-92A2-A102C8585B4E}" srcOrd="0" destOrd="0" presId="urn:microsoft.com/office/officeart/2005/8/layout/vList5"/>
    <dgm:cxn modelId="{1270123C-4078-432E-9D2D-F546AC988C10}" type="presParOf" srcId="{88D61596-50EB-4E98-8713-26D9D0667D1F}" destId="{C6B48C1A-FD15-44CA-88F3-62014B1B30C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E4081F8-12C8-4EC2-8959-875BA140F4F5}" type="doc">
      <dgm:prSet loTypeId="urn:microsoft.com/office/officeart/2005/8/layout/vList3#4" loCatId="list" qsTypeId="urn:microsoft.com/office/officeart/2005/8/quickstyle/simple1" qsCatId="simple" csTypeId="urn:microsoft.com/office/officeart/2005/8/colors/accent0_3" csCatId="mainScheme" phldr="1"/>
      <dgm:spPr/>
      <dgm:t>
        <a:bodyPr/>
        <a:lstStyle/>
        <a:p>
          <a:endParaRPr lang="en-US"/>
        </a:p>
      </dgm:t>
    </dgm:pt>
    <dgm:pt modelId="{E5A07D7F-E203-431B-B7D4-4D89BD03AA46}">
      <dgm:prSet/>
      <dgm:spPr/>
      <dgm:t>
        <a:bodyPr/>
        <a:lstStyle/>
        <a:p>
          <a:pPr rtl="0">
            <a:tabLst>
              <a:tab pos="4757738" algn="l"/>
            </a:tabLst>
          </a:pPr>
          <a:r>
            <a:rPr lang="en-US" dirty="0" smtClean="0">
              <a:latin typeface="Cambria" panose="02040503050406030204" pitchFamily="18" charset="0"/>
            </a:rPr>
            <a:t>As the I/O space is mapped into memory so </a:t>
          </a:r>
          <a:r>
            <a:rPr lang="en-US" b="1" i="1" dirty="0" smtClean="0">
              <a:latin typeface="Cambria" panose="02040503050406030204" pitchFamily="18" charset="0"/>
            </a:rPr>
            <a:t>no need of any special instructions </a:t>
          </a:r>
          <a:r>
            <a:rPr lang="en-US" dirty="0" smtClean="0">
              <a:latin typeface="Cambria" panose="02040503050406030204" pitchFamily="18" charset="0"/>
            </a:rPr>
            <a:t>to read/write control register, can write a device driver in C</a:t>
          </a:r>
          <a:endParaRPr lang="en-US" dirty="0">
            <a:latin typeface="Cambria" panose="02040503050406030204" pitchFamily="18" charset="0"/>
          </a:endParaRPr>
        </a:p>
      </dgm:t>
    </dgm:pt>
    <dgm:pt modelId="{85C70B57-D41B-412D-8AEC-FBACF96D9D96}" type="parTrans" cxnId="{725A2327-BF95-4FBE-BA28-8D716443B4D7}">
      <dgm:prSet/>
      <dgm:spPr/>
      <dgm:t>
        <a:bodyPr/>
        <a:lstStyle/>
        <a:p>
          <a:endParaRPr lang="en-US"/>
        </a:p>
      </dgm:t>
    </dgm:pt>
    <dgm:pt modelId="{A99144FF-294E-4E84-8512-7B2196711E8C}" type="sibTrans" cxnId="{725A2327-BF95-4FBE-BA28-8D716443B4D7}">
      <dgm:prSet/>
      <dgm:spPr/>
      <dgm:t>
        <a:bodyPr/>
        <a:lstStyle/>
        <a:p>
          <a:endParaRPr lang="en-US"/>
        </a:p>
      </dgm:t>
    </dgm:pt>
    <dgm:pt modelId="{D44F1698-0258-4698-BFA9-6B1404486F27}">
      <dgm:prSet/>
      <dgm:spPr/>
      <dgm:t>
        <a:bodyPr/>
        <a:lstStyle/>
        <a:p>
          <a:pPr rtl="0"/>
          <a:r>
            <a:rPr lang="en-US" dirty="0" smtClean="0">
              <a:latin typeface="Cambria" panose="02040503050406030204" pitchFamily="18" charset="0"/>
            </a:rPr>
            <a:t>Don’t need </a:t>
          </a:r>
          <a:r>
            <a:rPr lang="en-US" b="1" i="1" dirty="0" smtClean="0">
              <a:latin typeface="Cambria" panose="02040503050406030204" pitchFamily="18" charset="0"/>
            </a:rPr>
            <a:t>special protection</a:t>
          </a:r>
          <a:r>
            <a:rPr lang="en-US" dirty="0" smtClean="0">
              <a:latin typeface="Cambria" panose="02040503050406030204" pitchFamily="18" charset="0"/>
            </a:rPr>
            <a:t> to keep users from doing I/O directly. Just don’t put I/O memory in any user space.</a:t>
          </a:r>
          <a:endParaRPr lang="en-US" dirty="0">
            <a:latin typeface="Cambria" panose="02040503050406030204" pitchFamily="18" charset="0"/>
          </a:endParaRPr>
        </a:p>
      </dgm:t>
    </dgm:pt>
    <dgm:pt modelId="{CEDDCAD2-D244-4143-AB59-8EB27FED36CF}" type="parTrans" cxnId="{60747BC1-BAE3-4F58-B26A-CCF413AAD7C8}">
      <dgm:prSet/>
      <dgm:spPr/>
      <dgm:t>
        <a:bodyPr/>
        <a:lstStyle/>
        <a:p>
          <a:endParaRPr lang="en-US"/>
        </a:p>
      </dgm:t>
    </dgm:pt>
    <dgm:pt modelId="{3BB7A1E0-9CCB-465E-9A09-605DD2E46078}" type="sibTrans" cxnId="{60747BC1-BAE3-4F58-B26A-CCF413AAD7C8}">
      <dgm:prSet/>
      <dgm:spPr/>
      <dgm:t>
        <a:bodyPr/>
        <a:lstStyle/>
        <a:p>
          <a:endParaRPr lang="en-US"/>
        </a:p>
      </dgm:t>
    </dgm:pt>
    <dgm:pt modelId="{F1C4CE26-C59C-4B38-80F7-0D7F56A7F6B7}" type="pres">
      <dgm:prSet presAssocID="{4E4081F8-12C8-4EC2-8959-875BA140F4F5}" presName="linearFlow" presStyleCnt="0">
        <dgm:presLayoutVars>
          <dgm:dir/>
          <dgm:resizeHandles val="exact"/>
        </dgm:presLayoutVars>
      </dgm:prSet>
      <dgm:spPr/>
      <dgm:t>
        <a:bodyPr/>
        <a:lstStyle/>
        <a:p>
          <a:endParaRPr lang="en-US"/>
        </a:p>
      </dgm:t>
    </dgm:pt>
    <dgm:pt modelId="{D803082A-E9A1-49D4-AA31-FDB40B1D7481}" type="pres">
      <dgm:prSet presAssocID="{E5A07D7F-E203-431B-B7D4-4D89BD03AA46}" presName="composite" presStyleCnt="0"/>
      <dgm:spPr/>
    </dgm:pt>
    <dgm:pt modelId="{86C93A94-B604-433D-93CE-BF68899D2BEB}" type="pres">
      <dgm:prSet presAssocID="{E5A07D7F-E203-431B-B7D4-4D89BD03AA46}" presName="imgShp" presStyleLbl="fgImgPlace1" presStyleIdx="0" presStyleCnt="2"/>
      <dgm:spPr/>
    </dgm:pt>
    <dgm:pt modelId="{034B74F2-5B28-433D-92B6-4A5D90AE10D6}" type="pres">
      <dgm:prSet presAssocID="{E5A07D7F-E203-431B-B7D4-4D89BD03AA46}" presName="txShp" presStyleLbl="node1" presStyleIdx="0" presStyleCnt="2">
        <dgm:presLayoutVars>
          <dgm:bulletEnabled val="1"/>
        </dgm:presLayoutVars>
      </dgm:prSet>
      <dgm:spPr/>
      <dgm:t>
        <a:bodyPr/>
        <a:lstStyle/>
        <a:p>
          <a:endParaRPr lang="en-US"/>
        </a:p>
      </dgm:t>
    </dgm:pt>
    <dgm:pt modelId="{AAEC7BF1-9CB2-429C-A2D8-AE53F5489202}" type="pres">
      <dgm:prSet presAssocID="{A99144FF-294E-4E84-8512-7B2196711E8C}" presName="spacing" presStyleCnt="0"/>
      <dgm:spPr/>
    </dgm:pt>
    <dgm:pt modelId="{E7E4C6C7-A745-4431-A65C-9D2AA8F7D2BD}" type="pres">
      <dgm:prSet presAssocID="{D44F1698-0258-4698-BFA9-6B1404486F27}" presName="composite" presStyleCnt="0"/>
      <dgm:spPr/>
    </dgm:pt>
    <dgm:pt modelId="{A653A022-87DE-49AA-B339-2FF2F4E2926A}" type="pres">
      <dgm:prSet presAssocID="{D44F1698-0258-4698-BFA9-6B1404486F27}" presName="imgShp" presStyleLbl="fgImgPlace1" presStyleIdx="1" presStyleCnt="2"/>
      <dgm:spPr/>
    </dgm:pt>
    <dgm:pt modelId="{1583C31A-4C79-4158-A2EA-4A6DFB2E96FD}" type="pres">
      <dgm:prSet presAssocID="{D44F1698-0258-4698-BFA9-6B1404486F27}" presName="txShp" presStyleLbl="node1" presStyleIdx="1" presStyleCnt="2">
        <dgm:presLayoutVars>
          <dgm:bulletEnabled val="1"/>
        </dgm:presLayoutVars>
      </dgm:prSet>
      <dgm:spPr/>
      <dgm:t>
        <a:bodyPr/>
        <a:lstStyle/>
        <a:p>
          <a:endParaRPr lang="en-US"/>
        </a:p>
      </dgm:t>
    </dgm:pt>
  </dgm:ptLst>
  <dgm:cxnLst>
    <dgm:cxn modelId="{A62DC7BA-3749-4D5A-9EB2-4A70B4948951}" type="presOf" srcId="{D44F1698-0258-4698-BFA9-6B1404486F27}" destId="{1583C31A-4C79-4158-A2EA-4A6DFB2E96FD}" srcOrd="0" destOrd="0" presId="urn:microsoft.com/office/officeart/2005/8/layout/vList3#4"/>
    <dgm:cxn modelId="{725A2327-BF95-4FBE-BA28-8D716443B4D7}" srcId="{4E4081F8-12C8-4EC2-8959-875BA140F4F5}" destId="{E5A07D7F-E203-431B-B7D4-4D89BD03AA46}" srcOrd="0" destOrd="0" parTransId="{85C70B57-D41B-412D-8AEC-FBACF96D9D96}" sibTransId="{A99144FF-294E-4E84-8512-7B2196711E8C}"/>
    <dgm:cxn modelId="{FA2D74BB-CE34-4831-9BDE-B1AA35EC233B}" type="presOf" srcId="{4E4081F8-12C8-4EC2-8959-875BA140F4F5}" destId="{F1C4CE26-C59C-4B38-80F7-0D7F56A7F6B7}" srcOrd="0" destOrd="0" presId="urn:microsoft.com/office/officeart/2005/8/layout/vList3#4"/>
    <dgm:cxn modelId="{60747BC1-BAE3-4F58-B26A-CCF413AAD7C8}" srcId="{4E4081F8-12C8-4EC2-8959-875BA140F4F5}" destId="{D44F1698-0258-4698-BFA9-6B1404486F27}" srcOrd="1" destOrd="0" parTransId="{CEDDCAD2-D244-4143-AB59-8EB27FED36CF}" sibTransId="{3BB7A1E0-9CCB-465E-9A09-605DD2E46078}"/>
    <dgm:cxn modelId="{961B75F1-4E2E-452A-A8D9-61B749D77273}" type="presOf" srcId="{E5A07D7F-E203-431B-B7D4-4D89BD03AA46}" destId="{034B74F2-5B28-433D-92B6-4A5D90AE10D6}" srcOrd="0" destOrd="0" presId="urn:microsoft.com/office/officeart/2005/8/layout/vList3#4"/>
    <dgm:cxn modelId="{D982A67E-A30D-4EFC-9C68-42ACAC618124}" type="presParOf" srcId="{F1C4CE26-C59C-4B38-80F7-0D7F56A7F6B7}" destId="{D803082A-E9A1-49D4-AA31-FDB40B1D7481}" srcOrd="0" destOrd="0" presId="urn:microsoft.com/office/officeart/2005/8/layout/vList3#4"/>
    <dgm:cxn modelId="{295F32E1-2199-4A7B-9104-597E7096C45C}" type="presParOf" srcId="{D803082A-E9A1-49D4-AA31-FDB40B1D7481}" destId="{86C93A94-B604-433D-93CE-BF68899D2BEB}" srcOrd="0" destOrd="0" presId="urn:microsoft.com/office/officeart/2005/8/layout/vList3#4"/>
    <dgm:cxn modelId="{F55C68BF-8234-4C06-9200-56AE2C5EE80B}" type="presParOf" srcId="{D803082A-E9A1-49D4-AA31-FDB40B1D7481}" destId="{034B74F2-5B28-433D-92B6-4A5D90AE10D6}" srcOrd="1" destOrd="0" presId="urn:microsoft.com/office/officeart/2005/8/layout/vList3#4"/>
    <dgm:cxn modelId="{493FFF4A-8A64-455A-99AD-912880DF9EBC}" type="presParOf" srcId="{F1C4CE26-C59C-4B38-80F7-0D7F56A7F6B7}" destId="{AAEC7BF1-9CB2-429C-A2D8-AE53F5489202}" srcOrd="1" destOrd="0" presId="urn:microsoft.com/office/officeart/2005/8/layout/vList3#4"/>
    <dgm:cxn modelId="{25993A3D-3D31-4DA7-8127-776749AB66AA}" type="presParOf" srcId="{F1C4CE26-C59C-4B38-80F7-0D7F56A7F6B7}" destId="{E7E4C6C7-A745-4431-A65C-9D2AA8F7D2BD}" srcOrd="2" destOrd="0" presId="urn:microsoft.com/office/officeart/2005/8/layout/vList3#4"/>
    <dgm:cxn modelId="{14BA74C0-A2F3-436D-8F31-F37E692779EC}" type="presParOf" srcId="{E7E4C6C7-A745-4431-A65C-9D2AA8F7D2BD}" destId="{A653A022-87DE-49AA-B339-2FF2F4E2926A}" srcOrd="0" destOrd="0" presId="urn:microsoft.com/office/officeart/2005/8/layout/vList3#4"/>
    <dgm:cxn modelId="{E9BD9AD8-00A3-43C8-B070-6A21D9DD7FEB}" type="presParOf" srcId="{E7E4C6C7-A745-4431-A65C-9D2AA8F7D2BD}" destId="{1583C31A-4C79-4158-A2EA-4A6DFB2E96FD}" srcOrd="1" destOrd="0" presId="urn:microsoft.com/office/officeart/2005/8/layout/vList3#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3DC7E65-7431-4578-BEEA-347AE8CBE99A}" type="doc">
      <dgm:prSet loTypeId="urn:microsoft.com/office/officeart/2005/8/layout/vList3#5" loCatId="list" qsTypeId="urn:microsoft.com/office/officeart/2005/8/quickstyle/simple1" qsCatId="simple" csTypeId="urn:microsoft.com/office/officeart/2005/8/colors/accent0_3" csCatId="mainScheme" phldr="1"/>
      <dgm:spPr/>
      <dgm:t>
        <a:bodyPr/>
        <a:lstStyle/>
        <a:p>
          <a:endParaRPr lang="en-US"/>
        </a:p>
      </dgm:t>
    </dgm:pt>
    <dgm:pt modelId="{1B7E1BA5-677D-4000-B7DA-26EE7185B4B8}">
      <dgm:prSet/>
      <dgm:spPr/>
      <dgm:t>
        <a:bodyPr/>
        <a:lstStyle/>
        <a:p>
          <a:pPr rtl="0"/>
          <a:r>
            <a:rPr lang="en-US" dirty="0" smtClean="0">
              <a:latin typeface="Cambria" panose="02040503050406030204" pitchFamily="18" charset="0"/>
            </a:rPr>
            <a:t>If there is only one address space, then all memory modules and all I/O devices must examine all memory references to see which ones to respond to.</a:t>
          </a:r>
        </a:p>
        <a:p>
          <a:pPr rtl="0"/>
          <a:r>
            <a:rPr lang="en-US" altLang="en-US" dirty="0" smtClean="0">
              <a:latin typeface="Cambria" panose="02040503050406030204" pitchFamily="18" charset="0"/>
              <a:ea typeface="ＭＳ Ｐゴシック" panose="020B0600070205080204" pitchFamily="34" charset="-128"/>
            </a:rPr>
            <a:t>solution: A dual-bus memory</a:t>
          </a:r>
          <a:endParaRPr lang="en-US" dirty="0">
            <a:latin typeface="Cambria" panose="02040503050406030204" pitchFamily="18" charset="0"/>
          </a:endParaRPr>
        </a:p>
      </dgm:t>
    </dgm:pt>
    <dgm:pt modelId="{9EB5FCB6-74B2-48D9-9A9A-159D7BEC8F74}" type="parTrans" cxnId="{E91C4807-6D30-43B2-801D-88256B6C85A9}">
      <dgm:prSet/>
      <dgm:spPr/>
      <dgm:t>
        <a:bodyPr/>
        <a:lstStyle/>
        <a:p>
          <a:endParaRPr lang="en-US"/>
        </a:p>
      </dgm:t>
    </dgm:pt>
    <dgm:pt modelId="{87A3A417-20E5-453C-BB2F-FCD0E11174FC}" type="sibTrans" cxnId="{E91C4807-6D30-43B2-801D-88256B6C85A9}">
      <dgm:prSet/>
      <dgm:spPr/>
      <dgm:t>
        <a:bodyPr/>
        <a:lstStyle/>
        <a:p>
          <a:endParaRPr lang="en-US"/>
        </a:p>
      </dgm:t>
    </dgm:pt>
    <dgm:pt modelId="{B305D553-1875-4374-B5F2-370441069C15}" type="pres">
      <dgm:prSet presAssocID="{33DC7E65-7431-4578-BEEA-347AE8CBE99A}" presName="linearFlow" presStyleCnt="0">
        <dgm:presLayoutVars>
          <dgm:dir/>
          <dgm:resizeHandles val="exact"/>
        </dgm:presLayoutVars>
      </dgm:prSet>
      <dgm:spPr/>
      <dgm:t>
        <a:bodyPr/>
        <a:lstStyle/>
        <a:p>
          <a:endParaRPr lang="en-US"/>
        </a:p>
      </dgm:t>
    </dgm:pt>
    <dgm:pt modelId="{B13FB5C3-C963-431C-BE49-B9F677011E21}" type="pres">
      <dgm:prSet presAssocID="{1B7E1BA5-677D-4000-B7DA-26EE7185B4B8}" presName="composite" presStyleCnt="0"/>
      <dgm:spPr/>
    </dgm:pt>
    <dgm:pt modelId="{0EBE54BD-97EA-460D-AE78-177A2294BC48}" type="pres">
      <dgm:prSet presAssocID="{1B7E1BA5-677D-4000-B7DA-26EE7185B4B8}" presName="imgShp" presStyleLbl="fgImgPlace1" presStyleIdx="0" presStyleCnt="1"/>
      <dgm:spPr/>
    </dgm:pt>
    <dgm:pt modelId="{A1537C96-E6A8-421E-B79D-956F5A508FB3}" type="pres">
      <dgm:prSet presAssocID="{1B7E1BA5-677D-4000-B7DA-26EE7185B4B8}" presName="txShp" presStyleLbl="node1" presStyleIdx="0" presStyleCnt="1">
        <dgm:presLayoutVars>
          <dgm:bulletEnabled val="1"/>
        </dgm:presLayoutVars>
      </dgm:prSet>
      <dgm:spPr/>
      <dgm:t>
        <a:bodyPr/>
        <a:lstStyle/>
        <a:p>
          <a:endParaRPr lang="en-US"/>
        </a:p>
      </dgm:t>
    </dgm:pt>
  </dgm:ptLst>
  <dgm:cxnLst>
    <dgm:cxn modelId="{E91C4807-6D30-43B2-801D-88256B6C85A9}" srcId="{33DC7E65-7431-4578-BEEA-347AE8CBE99A}" destId="{1B7E1BA5-677D-4000-B7DA-26EE7185B4B8}" srcOrd="0" destOrd="0" parTransId="{9EB5FCB6-74B2-48D9-9A9A-159D7BEC8F74}" sibTransId="{87A3A417-20E5-453C-BB2F-FCD0E11174FC}"/>
    <dgm:cxn modelId="{9885F1B8-D097-444D-A3DE-974113FC1369}" type="presOf" srcId="{1B7E1BA5-677D-4000-B7DA-26EE7185B4B8}" destId="{A1537C96-E6A8-421E-B79D-956F5A508FB3}" srcOrd="0" destOrd="0" presId="urn:microsoft.com/office/officeart/2005/8/layout/vList3#5"/>
    <dgm:cxn modelId="{C0578CB9-4896-4D97-B696-298AAF82CD68}" type="presOf" srcId="{33DC7E65-7431-4578-BEEA-347AE8CBE99A}" destId="{B305D553-1875-4374-B5F2-370441069C15}" srcOrd="0" destOrd="0" presId="urn:microsoft.com/office/officeart/2005/8/layout/vList3#5"/>
    <dgm:cxn modelId="{1DC4A846-9D28-497E-B050-CCD0D3AFC2E6}" type="presParOf" srcId="{B305D553-1875-4374-B5F2-370441069C15}" destId="{B13FB5C3-C963-431C-BE49-B9F677011E21}" srcOrd="0" destOrd="0" presId="urn:microsoft.com/office/officeart/2005/8/layout/vList3#5"/>
    <dgm:cxn modelId="{9B7EF7C3-193B-49A0-A56F-9A6904A463C4}" type="presParOf" srcId="{B13FB5C3-C963-431C-BE49-B9F677011E21}" destId="{0EBE54BD-97EA-460D-AE78-177A2294BC48}" srcOrd="0" destOrd="0" presId="urn:microsoft.com/office/officeart/2005/8/layout/vList3#5"/>
    <dgm:cxn modelId="{7DEE8230-927C-4508-AD7E-2E94BDAE4F26}" type="presParOf" srcId="{B13FB5C3-C963-431C-BE49-B9F677011E21}" destId="{A1537C96-E6A8-421E-B79D-956F5A508FB3}" srcOrd="1" destOrd="0" presId="urn:microsoft.com/office/officeart/2005/8/layout/vList3#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9A9CC1E-0254-4502-9086-EDE546FECF03}" type="doc">
      <dgm:prSet loTypeId="urn:microsoft.com/office/officeart/2005/8/layout/vList4#1" loCatId="list" qsTypeId="urn:microsoft.com/office/officeart/2005/8/quickstyle/simple1" qsCatId="simple" csTypeId="urn:microsoft.com/office/officeart/2005/8/colors/accent0_3" csCatId="mainScheme" phldr="1"/>
      <dgm:spPr/>
      <dgm:t>
        <a:bodyPr/>
        <a:lstStyle/>
        <a:p>
          <a:endParaRPr lang="en-US"/>
        </a:p>
      </dgm:t>
    </dgm:pt>
    <dgm:pt modelId="{F58097D3-BA79-4EAA-8D3F-561AC20EE22F}">
      <dgm:prSet custT="1"/>
      <dgm:spPr/>
      <dgm:t>
        <a:bodyPr/>
        <a:lstStyle/>
        <a:p>
          <a:pPr rtl="0"/>
          <a:r>
            <a:rPr lang="en-US" sz="2200" dirty="0" smtClean="0">
              <a:latin typeface="Cambria" panose="02040503050406030204" pitchFamily="18" charset="0"/>
            </a:rPr>
            <a:t>CPU could request data </a:t>
          </a:r>
          <a:r>
            <a:rPr lang="en-US" sz="2200" b="1" i="1" dirty="0" smtClean="0">
              <a:latin typeface="Cambria" panose="02040503050406030204" pitchFamily="18" charset="0"/>
            </a:rPr>
            <a:t>one byte </a:t>
          </a:r>
          <a:r>
            <a:rPr lang="en-US" sz="2200" dirty="0" smtClean="0">
              <a:latin typeface="Cambria" panose="02040503050406030204" pitchFamily="18" charset="0"/>
            </a:rPr>
            <a:t>at a time from I/O controller, Big waste of time. So other schema can be used DMA.</a:t>
          </a:r>
          <a:endParaRPr lang="en-US" sz="2200" dirty="0">
            <a:latin typeface="Cambria" panose="02040503050406030204" pitchFamily="18" charset="0"/>
          </a:endParaRPr>
        </a:p>
      </dgm:t>
    </dgm:pt>
    <dgm:pt modelId="{E521995D-BD06-436F-A698-B2EDB72FDCF8}" type="parTrans" cxnId="{740C7F82-82A0-4B0A-88FC-31D416B6B6F2}">
      <dgm:prSet/>
      <dgm:spPr/>
      <dgm:t>
        <a:bodyPr/>
        <a:lstStyle/>
        <a:p>
          <a:endParaRPr lang="en-US"/>
        </a:p>
      </dgm:t>
    </dgm:pt>
    <dgm:pt modelId="{C8E34B11-52E8-4450-BA47-085E2B491CF4}" type="sibTrans" cxnId="{740C7F82-82A0-4B0A-88FC-31D416B6B6F2}">
      <dgm:prSet/>
      <dgm:spPr/>
      <dgm:t>
        <a:bodyPr/>
        <a:lstStyle/>
        <a:p>
          <a:endParaRPr lang="en-US"/>
        </a:p>
      </dgm:t>
    </dgm:pt>
    <dgm:pt modelId="{386E169F-E8F3-4370-88F8-09F0D3A6D1B4}">
      <dgm:prSet custT="1"/>
      <dgm:spPr/>
      <dgm:t>
        <a:bodyPr/>
        <a:lstStyle/>
        <a:p>
          <a:pPr rtl="0"/>
          <a:r>
            <a:rPr lang="en-IN" sz="2200" dirty="0" smtClean="0">
              <a:latin typeface="Cambria" panose="02040503050406030204" pitchFamily="18" charset="0"/>
            </a:rPr>
            <a:t>DMA controller can access system bus independent of CPU. DMA contains serval registers that can be written and read by CPU.</a:t>
          </a:r>
          <a:endParaRPr lang="en-US" sz="2200" dirty="0">
            <a:latin typeface="Cambria" panose="02040503050406030204" pitchFamily="18" charset="0"/>
          </a:endParaRPr>
        </a:p>
      </dgm:t>
    </dgm:pt>
    <dgm:pt modelId="{15261BFA-3BFF-4107-B9C1-D7290E573ACF}" type="parTrans" cxnId="{A2457FED-192B-4B20-9D59-AA584E39CE13}">
      <dgm:prSet/>
      <dgm:spPr/>
      <dgm:t>
        <a:bodyPr/>
        <a:lstStyle/>
        <a:p>
          <a:endParaRPr lang="en-US"/>
        </a:p>
      </dgm:t>
    </dgm:pt>
    <dgm:pt modelId="{30615826-A458-4EFC-B943-392B419AB1E7}" type="sibTrans" cxnId="{A2457FED-192B-4B20-9D59-AA584E39CE13}">
      <dgm:prSet/>
      <dgm:spPr/>
      <dgm:t>
        <a:bodyPr/>
        <a:lstStyle/>
        <a:p>
          <a:endParaRPr lang="en-US"/>
        </a:p>
      </dgm:t>
    </dgm:pt>
    <dgm:pt modelId="{9F0CD373-3B20-4C4D-89A6-7B44C68A9B04}">
      <dgm:prSet custT="1"/>
      <dgm:spPr/>
      <dgm:t>
        <a:bodyPr/>
        <a:lstStyle/>
        <a:p>
          <a:pPr rtl="0"/>
          <a:r>
            <a:rPr lang="en-US" sz="2200" smtClean="0">
              <a:latin typeface="Cambria" panose="02040503050406030204" pitchFamily="18" charset="0"/>
            </a:rPr>
            <a:t>Memory address register</a:t>
          </a:r>
          <a:endParaRPr lang="en-US" sz="2200">
            <a:latin typeface="Cambria" panose="02040503050406030204" pitchFamily="18" charset="0"/>
          </a:endParaRPr>
        </a:p>
      </dgm:t>
    </dgm:pt>
    <dgm:pt modelId="{7635420D-FB99-45A7-B398-8C3827AF72D2}" type="parTrans" cxnId="{5CAD3B2C-F54B-4C7E-8914-2EA518BCB17F}">
      <dgm:prSet/>
      <dgm:spPr/>
      <dgm:t>
        <a:bodyPr/>
        <a:lstStyle/>
        <a:p>
          <a:endParaRPr lang="en-US"/>
        </a:p>
      </dgm:t>
    </dgm:pt>
    <dgm:pt modelId="{79175897-1C40-4475-B04B-C7C22101ACB2}" type="sibTrans" cxnId="{5CAD3B2C-F54B-4C7E-8914-2EA518BCB17F}">
      <dgm:prSet/>
      <dgm:spPr/>
      <dgm:t>
        <a:bodyPr/>
        <a:lstStyle/>
        <a:p>
          <a:endParaRPr lang="en-US"/>
        </a:p>
      </dgm:t>
    </dgm:pt>
    <dgm:pt modelId="{0F96EA41-5E15-43FF-9E23-DF784265B566}">
      <dgm:prSet custT="1"/>
      <dgm:spPr/>
      <dgm:t>
        <a:bodyPr/>
        <a:lstStyle/>
        <a:p>
          <a:pPr rtl="0"/>
          <a:r>
            <a:rPr lang="en-US" sz="2200" dirty="0" smtClean="0">
              <a:latin typeface="Cambria" panose="02040503050406030204" pitchFamily="18" charset="0"/>
            </a:rPr>
            <a:t>Byte count register</a:t>
          </a:r>
          <a:endParaRPr lang="en-US" sz="2200" dirty="0">
            <a:latin typeface="Cambria" panose="02040503050406030204" pitchFamily="18" charset="0"/>
          </a:endParaRPr>
        </a:p>
      </dgm:t>
    </dgm:pt>
    <dgm:pt modelId="{1F8C46EA-C1DE-4682-A707-B827B52F2A05}" type="parTrans" cxnId="{34B96F2D-BB86-4D82-9931-F052222AE4D9}">
      <dgm:prSet/>
      <dgm:spPr/>
      <dgm:t>
        <a:bodyPr/>
        <a:lstStyle/>
        <a:p>
          <a:endParaRPr lang="en-US"/>
        </a:p>
      </dgm:t>
    </dgm:pt>
    <dgm:pt modelId="{41997CD1-1203-4283-B9BD-CAB5493EE6F6}" type="sibTrans" cxnId="{34B96F2D-BB86-4D82-9931-F052222AE4D9}">
      <dgm:prSet/>
      <dgm:spPr/>
      <dgm:t>
        <a:bodyPr/>
        <a:lstStyle/>
        <a:p>
          <a:endParaRPr lang="en-US"/>
        </a:p>
      </dgm:t>
    </dgm:pt>
    <dgm:pt modelId="{083FBEAF-08D7-4C0F-B5CC-DD5F6833DB08}">
      <dgm:prSet custT="1"/>
      <dgm:spPr/>
      <dgm:t>
        <a:bodyPr/>
        <a:lstStyle/>
        <a:p>
          <a:pPr rtl="0"/>
          <a:r>
            <a:rPr lang="en-US" sz="2200" dirty="0" smtClean="0">
              <a:latin typeface="Cambria" panose="02040503050406030204" pitchFamily="18" charset="0"/>
            </a:rPr>
            <a:t>Control registers-I/O port, direction of transfer, transfer units (byte/word), number of bytes to transfer in a burst.</a:t>
          </a:r>
          <a:endParaRPr lang="en-US" sz="2200" dirty="0">
            <a:latin typeface="Cambria" panose="02040503050406030204" pitchFamily="18" charset="0"/>
          </a:endParaRPr>
        </a:p>
      </dgm:t>
    </dgm:pt>
    <dgm:pt modelId="{8ECCFF89-30B7-4326-9D8F-71F43F06F99C}" type="parTrans" cxnId="{6EB9F49A-00C4-4978-91BE-E93D49E66F46}">
      <dgm:prSet/>
      <dgm:spPr/>
      <dgm:t>
        <a:bodyPr/>
        <a:lstStyle/>
        <a:p>
          <a:endParaRPr lang="en-US"/>
        </a:p>
      </dgm:t>
    </dgm:pt>
    <dgm:pt modelId="{1FB95E2C-1BC5-4ECA-ABE9-EB8464656B6F}" type="sibTrans" cxnId="{6EB9F49A-00C4-4978-91BE-E93D49E66F46}">
      <dgm:prSet/>
      <dgm:spPr/>
      <dgm:t>
        <a:bodyPr/>
        <a:lstStyle/>
        <a:p>
          <a:endParaRPr lang="en-US"/>
        </a:p>
      </dgm:t>
    </dgm:pt>
    <dgm:pt modelId="{10A017DB-AE64-45C6-A24A-FBAFEB7AA7E9}" type="pres">
      <dgm:prSet presAssocID="{F9A9CC1E-0254-4502-9086-EDE546FECF03}" presName="linear" presStyleCnt="0">
        <dgm:presLayoutVars>
          <dgm:dir/>
          <dgm:resizeHandles val="exact"/>
        </dgm:presLayoutVars>
      </dgm:prSet>
      <dgm:spPr/>
      <dgm:t>
        <a:bodyPr/>
        <a:lstStyle/>
        <a:p>
          <a:endParaRPr lang="en-US"/>
        </a:p>
      </dgm:t>
    </dgm:pt>
    <dgm:pt modelId="{D54EE35D-210C-45A1-A5BD-E74A1BE64848}" type="pres">
      <dgm:prSet presAssocID="{F58097D3-BA79-4EAA-8D3F-561AC20EE22F}" presName="comp" presStyleCnt="0"/>
      <dgm:spPr/>
    </dgm:pt>
    <dgm:pt modelId="{3AB99B94-8259-422B-9B95-999EDD68E3AD}" type="pres">
      <dgm:prSet presAssocID="{F58097D3-BA79-4EAA-8D3F-561AC20EE22F}" presName="box" presStyleLbl="node1" presStyleIdx="0" presStyleCnt="2" custScaleY="78560"/>
      <dgm:spPr/>
      <dgm:t>
        <a:bodyPr/>
        <a:lstStyle/>
        <a:p>
          <a:endParaRPr lang="en-US"/>
        </a:p>
      </dgm:t>
    </dgm:pt>
    <dgm:pt modelId="{325B3AB9-47AE-4A79-93D8-CB2012AB690C}" type="pres">
      <dgm:prSet presAssocID="{F58097D3-BA79-4EAA-8D3F-561AC20EE22F}" presName="img" presStyleLbl="fgImgPlace1" presStyleIdx="0" presStyleCnt="2" custScaleY="77381"/>
      <dgm:spPr/>
    </dgm:pt>
    <dgm:pt modelId="{5AC4FB77-B801-488F-A0C4-205BB50A995F}" type="pres">
      <dgm:prSet presAssocID="{F58097D3-BA79-4EAA-8D3F-561AC20EE22F}" presName="text" presStyleLbl="node1" presStyleIdx="0" presStyleCnt="2">
        <dgm:presLayoutVars>
          <dgm:bulletEnabled val="1"/>
        </dgm:presLayoutVars>
      </dgm:prSet>
      <dgm:spPr/>
      <dgm:t>
        <a:bodyPr/>
        <a:lstStyle/>
        <a:p>
          <a:endParaRPr lang="en-US"/>
        </a:p>
      </dgm:t>
    </dgm:pt>
    <dgm:pt modelId="{A57F7576-693A-41C0-BB44-709DB5BA67CD}" type="pres">
      <dgm:prSet presAssocID="{C8E34B11-52E8-4450-BA47-085E2B491CF4}" presName="spacer" presStyleCnt="0"/>
      <dgm:spPr/>
    </dgm:pt>
    <dgm:pt modelId="{39A05EB4-7468-41D3-8445-89EDAE157968}" type="pres">
      <dgm:prSet presAssocID="{386E169F-E8F3-4370-88F8-09F0D3A6D1B4}" presName="comp" presStyleCnt="0"/>
      <dgm:spPr/>
    </dgm:pt>
    <dgm:pt modelId="{F3C04802-7DF1-4E42-9146-116D47053A9D}" type="pres">
      <dgm:prSet presAssocID="{386E169F-E8F3-4370-88F8-09F0D3A6D1B4}" presName="box" presStyleLbl="node1" presStyleIdx="1" presStyleCnt="2"/>
      <dgm:spPr/>
      <dgm:t>
        <a:bodyPr/>
        <a:lstStyle/>
        <a:p>
          <a:endParaRPr lang="en-US"/>
        </a:p>
      </dgm:t>
    </dgm:pt>
    <dgm:pt modelId="{638A9CF8-39A2-4040-B6BC-8BC66FF1C8B8}" type="pres">
      <dgm:prSet presAssocID="{386E169F-E8F3-4370-88F8-09F0D3A6D1B4}" presName="img" presStyleLbl="fgImgPlace1" presStyleIdx="1" presStyleCnt="2"/>
      <dgm:spPr/>
    </dgm:pt>
    <dgm:pt modelId="{3A2F8ECC-4CAC-43FF-A2BB-D8FC0A9980AE}" type="pres">
      <dgm:prSet presAssocID="{386E169F-E8F3-4370-88F8-09F0D3A6D1B4}" presName="text" presStyleLbl="node1" presStyleIdx="1" presStyleCnt="2">
        <dgm:presLayoutVars>
          <dgm:bulletEnabled val="1"/>
        </dgm:presLayoutVars>
      </dgm:prSet>
      <dgm:spPr/>
      <dgm:t>
        <a:bodyPr/>
        <a:lstStyle/>
        <a:p>
          <a:endParaRPr lang="en-US"/>
        </a:p>
      </dgm:t>
    </dgm:pt>
  </dgm:ptLst>
  <dgm:cxnLst>
    <dgm:cxn modelId="{426B5CCF-B596-4894-B89B-D3B121DF33B2}" type="presOf" srcId="{386E169F-E8F3-4370-88F8-09F0D3A6D1B4}" destId="{F3C04802-7DF1-4E42-9146-116D47053A9D}" srcOrd="0" destOrd="0" presId="urn:microsoft.com/office/officeart/2005/8/layout/vList4#1"/>
    <dgm:cxn modelId="{F2E3CB41-0835-4617-A4E6-7F16F8C7CD54}" type="presOf" srcId="{F58097D3-BA79-4EAA-8D3F-561AC20EE22F}" destId="{3AB99B94-8259-422B-9B95-999EDD68E3AD}" srcOrd="0" destOrd="0" presId="urn:microsoft.com/office/officeart/2005/8/layout/vList4#1"/>
    <dgm:cxn modelId="{604AE2FF-8635-4E60-AE99-B192F76803C7}" type="presOf" srcId="{F58097D3-BA79-4EAA-8D3F-561AC20EE22F}" destId="{5AC4FB77-B801-488F-A0C4-205BB50A995F}" srcOrd="1" destOrd="0" presId="urn:microsoft.com/office/officeart/2005/8/layout/vList4#1"/>
    <dgm:cxn modelId="{A2457FED-192B-4B20-9D59-AA584E39CE13}" srcId="{F9A9CC1E-0254-4502-9086-EDE546FECF03}" destId="{386E169F-E8F3-4370-88F8-09F0D3A6D1B4}" srcOrd="1" destOrd="0" parTransId="{15261BFA-3BFF-4107-B9C1-D7290E573ACF}" sibTransId="{30615826-A458-4EFC-B943-392B419AB1E7}"/>
    <dgm:cxn modelId="{D3152CCA-5CF5-4764-AE62-C6D969DC0304}" type="presOf" srcId="{F9A9CC1E-0254-4502-9086-EDE546FECF03}" destId="{10A017DB-AE64-45C6-A24A-FBAFEB7AA7E9}" srcOrd="0" destOrd="0" presId="urn:microsoft.com/office/officeart/2005/8/layout/vList4#1"/>
    <dgm:cxn modelId="{6EB9F49A-00C4-4978-91BE-E93D49E66F46}" srcId="{386E169F-E8F3-4370-88F8-09F0D3A6D1B4}" destId="{083FBEAF-08D7-4C0F-B5CC-DD5F6833DB08}" srcOrd="2" destOrd="0" parTransId="{8ECCFF89-30B7-4326-9D8F-71F43F06F99C}" sibTransId="{1FB95E2C-1BC5-4ECA-ABE9-EB8464656B6F}"/>
    <dgm:cxn modelId="{7860F44E-3F8A-4415-8084-E0844D16EC1E}" type="presOf" srcId="{0F96EA41-5E15-43FF-9E23-DF784265B566}" destId="{3A2F8ECC-4CAC-43FF-A2BB-D8FC0A9980AE}" srcOrd="1" destOrd="2" presId="urn:microsoft.com/office/officeart/2005/8/layout/vList4#1"/>
    <dgm:cxn modelId="{34B96F2D-BB86-4D82-9931-F052222AE4D9}" srcId="{386E169F-E8F3-4370-88F8-09F0D3A6D1B4}" destId="{0F96EA41-5E15-43FF-9E23-DF784265B566}" srcOrd="1" destOrd="0" parTransId="{1F8C46EA-C1DE-4682-A707-B827B52F2A05}" sibTransId="{41997CD1-1203-4283-B9BD-CAB5493EE6F6}"/>
    <dgm:cxn modelId="{78CA63DE-6CB5-4186-98E9-6FCE5C2E0657}" type="presOf" srcId="{083FBEAF-08D7-4C0F-B5CC-DD5F6833DB08}" destId="{3A2F8ECC-4CAC-43FF-A2BB-D8FC0A9980AE}" srcOrd="1" destOrd="3" presId="urn:microsoft.com/office/officeart/2005/8/layout/vList4#1"/>
    <dgm:cxn modelId="{2D36D6B0-4EA6-4463-A5EF-1203F3286117}" type="presOf" srcId="{386E169F-E8F3-4370-88F8-09F0D3A6D1B4}" destId="{3A2F8ECC-4CAC-43FF-A2BB-D8FC0A9980AE}" srcOrd="1" destOrd="0" presId="urn:microsoft.com/office/officeart/2005/8/layout/vList4#1"/>
    <dgm:cxn modelId="{472483EC-A476-4277-B119-FE380D7F2592}" type="presOf" srcId="{0F96EA41-5E15-43FF-9E23-DF784265B566}" destId="{F3C04802-7DF1-4E42-9146-116D47053A9D}" srcOrd="0" destOrd="2" presId="urn:microsoft.com/office/officeart/2005/8/layout/vList4#1"/>
    <dgm:cxn modelId="{C79F7FB4-AF31-41F2-B015-76A2AC050BDE}" type="presOf" srcId="{083FBEAF-08D7-4C0F-B5CC-DD5F6833DB08}" destId="{F3C04802-7DF1-4E42-9146-116D47053A9D}" srcOrd="0" destOrd="3" presId="urn:microsoft.com/office/officeart/2005/8/layout/vList4#1"/>
    <dgm:cxn modelId="{740C7F82-82A0-4B0A-88FC-31D416B6B6F2}" srcId="{F9A9CC1E-0254-4502-9086-EDE546FECF03}" destId="{F58097D3-BA79-4EAA-8D3F-561AC20EE22F}" srcOrd="0" destOrd="0" parTransId="{E521995D-BD06-436F-A698-B2EDB72FDCF8}" sibTransId="{C8E34B11-52E8-4450-BA47-085E2B491CF4}"/>
    <dgm:cxn modelId="{92956299-39A4-494F-B2C0-933E74231245}" type="presOf" srcId="{9F0CD373-3B20-4C4D-89A6-7B44C68A9B04}" destId="{F3C04802-7DF1-4E42-9146-116D47053A9D}" srcOrd="0" destOrd="1" presId="urn:microsoft.com/office/officeart/2005/8/layout/vList4#1"/>
    <dgm:cxn modelId="{5CAD3B2C-F54B-4C7E-8914-2EA518BCB17F}" srcId="{386E169F-E8F3-4370-88F8-09F0D3A6D1B4}" destId="{9F0CD373-3B20-4C4D-89A6-7B44C68A9B04}" srcOrd="0" destOrd="0" parTransId="{7635420D-FB99-45A7-B398-8C3827AF72D2}" sibTransId="{79175897-1C40-4475-B04B-C7C22101ACB2}"/>
    <dgm:cxn modelId="{6CA542B4-AAAB-412D-A6E9-230BAFD25CD7}" type="presOf" srcId="{9F0CD373-3B20-4C4D-89A6-7B44C68A9B04}" destId="{3A2F8ECC-4CAC-43FF-A2BB-D8FC0A9980AE}" srcOrd="1" destOrd="1" presId="urn:microsoft.com/office/officeart/2005/8/layout/vList4#1"/>
    <dgm:cxn modelId="{48F9A4B1-890E-4D2D-90BB-43976C33A047}" type="presParOf" srcId="{10A017DB-AE64-45C6-A24A-FBAFEB7AA7E9}" destId="{D54EE35D-210C-45A1-A5BD-E74A1BE64848}" srcOrd="0" destOrd="0" presId="urn:microsoft.com/office/officeart/2005/8/layout/vList4#1"/>
    <dgm:cxn modelId="{F8050C94-5AE8-4D40-88CF-C28E35F7332A}" type="presParOf" srcId="{D54EE35D-210C-45A1-A5BD-E74A1BE64848}" destId="{3AB99B94-8259-422B-9B95-999EDD68E3AD}" srcOrd="0" destOrd="0" presId="urn:microsoft.com/office/officeart/2005/8/layout/vList4#1"/>
    <dgm:cxn modelId="{3F31F538-D4CF-4E1B-8593-C07752C11537}" type="presParOf" srcId="{D54EE35D-210C-45A1-A5BD-E74A1BE64848}" destId="{325B3AB9-47AE-4A79-93D8-CB2012AB690C}" srcOrd="1" destOrd="0" presId="urn:microsoft.com/office/officeart/2005/8/layout/vList4#1"/>
    <dgm:cxn modelId="{CA107C71-520F-4CA2-8E59-DD9998D6EB60}" type="presParOf" srcId="{D54EE35D-210C-45A1-A5BD-E74A1BE64848}" destId="{5AC4FB77-B801-488F-A0C4-205BB50A995F}" srcOrd="2" destOrd="0" presId="urn:microsoft.com/office/officeart/2005/8/layout/vList4#1"/>
    <dgm:cxn modelId="{5CF50FD3-DF3B-4A16-8764-313E229C904D}" type="presParOf" srcId="{10A017DB-AE64-45C6-A24A-FBAFEB7AA7E9}" destId="{A57F7576-693A-41C0-BB44-709DB5BA67CD}" srcOrd="1" destOrd="0" presId="urn:microsoft.com/office/officeart/2005/8/layout/vList4#1"/>
    <dgm:cxn modelId="{0BCEE965-7A61-4380-A253-8D35EAB38C8D}" type="presParOf" srcId="{10A017DB-AE64-45C6-A24A-FBAFEB7AA7E9}" destId="{39A05EB4-7468-41D3-8445-89EDAE157968}" srcOrd="2" destOrd="0" presId="urn:microsoft.com/office/officeart/2005/8/layout/vList4#1"/>
    <dgm:cxn modelId="{330E4B99-84AB-4C55-BA49-5F3210D1953B}" type="presParOf" srcId="{39A05EB4-7468-41D3-8445-89EDAE157968}" destId="{F3C04802-7DF1-4E42-9146-116D47053A9D}" srcOrd="0" destOrd="0" presId="urn:microsoft.com/office/officeart/2005/8/layout/vList4#1"/>
    <dgm:cxn modelId="{729970A8-A1D8-4AFF-8624-CEFA9CEA860F}" type="presParOf" srcId="{39A05EB4-7468-41D3-8445-89EDAE157968}" destId="{638A9CF8-39A2-4040-B6BC-8BC66FF1C8B8}" srcOrd="1" destOrd="0" presId="urn:microsoft.com/office/officeart/2005/8/layout/vList4#1"/>
    <dgm:cxn modelId="{9F6DCD9E-1E9A-4934-8A0D-E1D1BDC50DFE}" type="presParOf" srcId="{39A05EB4-7468-41D3-8445-89EDAE157968}" destId="{3A2F8ECC-4CAC-43FF-A2BB-D8FC0A9980AE}" srcOrd="2" destOrd="0" presId="urn:microsoft.com/office/officeart/2005/8/layout/vList4#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C7D4187-827C-4EB7-8851-960D02E33A25}" type="doc">
      <dgm:prSet loTypeId="urn:microsoft.com/office/officeart/2005/8/layout/vProcess5" loCatId="process" qsTypeId="urn:microsoft.com/office/officeart/2005/8/quickstyle/simple1" qsCatId="simple" csTypeId="urn:microsoft.com/office/officeart/2005/8/colors/accent0_3" csCatId="mainScheme"/>
      <dgm:spPr/>
      <dgm:t>
        <a:bodyPr/>
        <a:lstStyle/>
        <a:p>
          <a:endParaRPr lang="en-US"/>
        </a:p>
      </dgm:t>
    </dgm:pt>
    <dgm:pt modelId="{06B80DEC-4300-4469-BF56-221335E5A2D8}">
      <dgm:prSet custT="1"/>
      <dgm:spPr/>
      <dgm:t>
        <a:bodyPr/>
        <a:lstStyle/>
        <a:p>
          <a:pPr rtl="0"/>
          <a:r>
            <a:rPr lang="en-US" sz="2100" dirty="0" smtClean="0">
              <a:latin typeface="Cambria" panose="02040503050406030204" pitchFamily="18" charset="0"/>
            </a:rPr>
            <a:t>First the controller reads the block (one or more sectors) from the drive serially, bit by bit, until the entire block is in the controller’s internal buffer. </a:t>
          </a:r>
          <a:endParaRPr lang="en-US" sz="2100" dirty="0">
            <a:latin typeface="Cambria" panose="02040503050406030204" pitchFamily="18" charset="0"/>
          </a:endParaRPr>
        </a:p>
      </dgm:t>
    </dgm:pt>
    <dgm:pt modelId="{8C4A82C4-0BE3-447F-854D-177930388D22}" type="parTrans" cxnId="{793B4F2F-42BC-40DC-BB53-2B4723A1FD12}">
      <dgm:prSet/>
      <dgm:spPr/>
      <dgm:t>
        <a:bodyPr/>
        <a:lstStyle/>
        <a:p>
          <a:endParaRPr lang="en-US"/>
        </a:p>
      </dgm:t>
    </dgm:pt>
    <dgm:pt modelId="{457F1B32-B2E5-4D41-9D38-5D54E1ED7571}" type="sibTrans" cxnId="{793B4F2F-42BC-40DC-BB53-2B4723A1FD12}">
      <dgm:prSet/>
      <dgm:spPr/>
      <dgm:t>
        <a:bodyPr/>
        <a:lstStyle/>
        <a:p>
          <a:endParaRPr lang="en-US"/>
        </a:p>
      </dgm:t>
    </dgm:pt>
    <dgm:pt modelId="{B9231E6E-7BF2-46C9-9B2B-863A9B35A245}">
      <dgm:prSet custT="1"/>
      <dgm:spPr/>
      <dgm:t>
        <a:bodyPr/>
        <a:lstStyle/>
        <a:p>
          <a:pPr rtl="0"/>
          <a:r>
            <a:rPr lang="en-US" sz="2100" dirty="0" smtClean="0">
              <a:latin typeface="Cambria" panose="02040503050406030204" pitchFamily="18" charset="0"/>
            </a:rPr>
            <a:t>Next, it computes the checksum to verify that no read errors have occurred. Then the controller causes an interrupt.</a:t>
          </a:r>
          <a:endParaRPr lang="en-US" sz="2100" dirty="0">
            <a:latin typeface="Cambria" panose="02040503050406030204" pitchFamily="18" charset="0"/>
          </a:endParaRPr>
        </a:p>
      </dgm:t>
    </dgm:pt>
    <dgm:pt modelId="{6A9C6A5B-2A75-4CB0-A822-A5BE2E086325}" type="parTrans" cxnId="{0FAF29D5-C579-492E-B006-761A7F628458}">
      <dgm:prSet/>
      <dgm:spPr/>
      <dgm:t>
        <a:bodyPr/>
        <a:lstStyle/>
        <a:p>
          <a:endParaRPr lang="en-US"/>
        </a:p>
      </dgm:t>
    </dgm:pt>
    <dgm:pt modelId="{E9E04CDD-DD0A-4BDC-AFE3-BAA3C96D802C}" type="sibTrans" cxnId="{0FAF29D5-C579-492E-B006-761A7F628458}">
      <dgm:prSet/>
      <dgm:spPr/>
      <dgm:t>
        <a:bodyPr/>
        <a:lstStyle/>
        <a:p>
          <a:endParaRPr lang="en-US"/>
        </a:p>
      </dgm:t>
    </dgm:pt>
    <dgm:pt modelId="{58FD8809-3CE5-4CFB-A9FD-48FD6CEBA890}">
      <dgm:prSet custT="1"/>
      <dgm:spPr/>
      <dgm:t>
        <a:bodyPr/>
        <a:lstStyle/>
        <a:p>
          <a:pPr rtl="0"/>
          <a:r>
            <a:rPr lang="en-US" sz="2100" dirty="0" smtClean="0">
              <a:latin typeface="Cambria" panose="02040503050406030204" pitchFamily="18" charset="0"/>
            </a:rPr>
            <a:t>When the operating system starts running, it can read the disk block from the controller’s buffer a byte or a word at a time by executing a loop, with each iteration reading one byte or word from a controller device register and storing it in main memory.</a:t>
          </a:r>
          <a:endParaRPr lang="en-US" sz="2100" dirty="0">
            <a:latin typeface="Cambria" panose="02040503050406030204" pitchFamily="18" charset="0"/>
          </a:endParaRPr>
        </a:p>
      </dgm:t>
    </dgm:pt>
    <dgm:pt modelId="{38A4E1A8-9A40-478C-834E-8277446D960C}" type="parTrans" cxnId="{BFE2AEC5-5927-4ECA-B120-97485F810E6F}">
      <dgm:prSet/>
      <dgm:spPr/>
      <dgm:t>
        <a:bodyPr/>
        <a:lstStyle/>
        <a:p>
          <a:endParaRPr lang="en-US"/>
        </a:p>
      </dgm:t>
    </dgm:pt>
    <dgm:pt modelId="{D8C49DE5-8B72-4681-81D4-A812D8B161E0}" type="sibTrans" cxnId="{BFE2AEC5-5927-4ECA-B120-97485F810E6F}">
      <dgm:prSet/>
      <dgm:spPr/>
      <dgm:t>
        <a:bodyPr/>
        <a:lstStyle/>
        <a:p>
          <a:endParaRPr lang="en-US"/>
        </a:p>
      </dgm:t>
    </dgm:pt>
    <dgm:pt modelId="{8099BFDA-C03F-42B0-92A4-01537A2F5F08}" type="pres">
      <dgm:prSet presAssocID="{FC7D4187-827C-4EB7-8851-960D02E33A25}" presName="outerComposite" presStyleCnt="0">
        <dgm:presLayoutVars>
          <dgm:chMax val="5"/>
          <dgm:dir/>
          <dgm:resizeHandles val="exact"/>
        </dgm:presLayoutVars>
      </dgm:prSet>
      <dgm:spPr/>
      <dgm:t>
        <a:bodyPr/>
        <a:lstStyle/>
        <a:p>
          <a:endParaRPr lang="en-US"/>
        </a:p>
      </dgm:t>
    </dgm:pt>
    <dgm:pt modelId="{9E008B12-68EF-4D7E-8C80-4660CB449DE8}" type="pres">
      <dgm:prSet presAssocID="{FC7D4187-827C-4EB7-8851-960D02E33A25}" presName="dummyMaxCanvas" presStyleCnt="0">
        <dgm:presLayoutVars/>
      </dgm:prSet>
      <dgm:spPr/>
    </dgm:pt>
    <dgm:pt modelId="{66BC97FE-E2B1-4E64-87AF-CDF53BA61FFC}" type="pres">
      <dgm:prSet presAssocID="{FC7D4187-827C-4EB7-8851-960D02E33A25}" presName="ThreeNodes_1" presStyleLbl="node1" presStyleIdx="0" presStyleCnt="3">
        <dgm:presLayoutVars>
          <dgm:bulletEnabled val="1"/>
        </dgm:presLayoutVars>
      </dgm:prSet>
      <dgm:spPr/>
      <dgm:t>
        <a:bodyPr/>
        <a:lstStyle/>
        <a:p>
          <a:endParaRPr lang="en-US"/>
        </a:p>
      </dgm:t>
    </dgm:pt>
    <dgm:pt modelId="{70310D12-2760-459C-A0E2-3B1688421EB1}" type="pres">
      <dgm:prSet presAssocID="{FC7D4187-827C-4EB7-8851-960D02E33A25}" presName="ThreeNodes_2" presStyleLbl="node1" presStyleIdx="1" presStyleCnt="3">
        <dgm:presLayoutVars>
          <dgm:bulletEnabled val="1"/>
        </dgm:presLayoutVars>
      </dgm:prSet>
      <dgm:spPr/>
      <dgm:t>
        <a:bodyPr/>
        <a:lstStyle/>
        <a:p>
          <a:endParaRPr lang="en-US"/>
        </a:p>
      </dgm:t>
    </dgm:pt>
    <dgm:pt modelId="{32690B1B-CECE-4EB0-A833-D19E893D8716}" type="pres">
      <dgm:prSet presAssocID="{FC7D4187-827C-4EB7-8851-960D02E33A25}" presName="ThreeNodes_3" presStyleLbl="node1" presStyleIdx="2" presStyleCnt="3">
        <dgm:presLayoutVars>
          <dgm:bulletEnabled val="1"/>
        </dgm:presLayoutVars>
      </dgm:prSet>
      <dgm:spPr/>
      <dgm:t>
        <a:bodyPr/>
        <a:lstStyle/>
        <a:p>
          <a:endParaRPr lang="en-US"/>
        </a:p>
      </dgm:t>
    </dgm:pt>
    <dgm:pt modelId="{86737598-833E-481C-B369-C08A210AA541}" type="pres">
      <dgm:prSet presAssocID="{FC7D4187-827C-4EB7-8851-960D02E33A25}" presName="ThreeConn_1-2" presStyleLbl="fgAccFollowNode1" presStyleIdx="0" presStyleCnt="2">
        <dgm:presLayoutVars>
          <dgm:bulletEnabled val="1"/>
        </dgm:presLayoutVars>
      </dgm:prSet>
      <dgm:spPr/>
      <dgm:t>
        <a:bodyPr/>
        <a:lstStyle/>
        <a:p>
          <a:endParaRPr lang="en-US"/>
        </a:p>
      </dgm:t>
    </dgm:pt>
    <dgm:pt modelId="{5B733407-7748-4216-9FB7-0D627A9D3D43}" type="pres">
      <dgm:prSet presAssocID="{FC7D4187-827C-4EB7-8851-960D02E33A25}" presName="ThreeConn_2-3" presStyleLbl="fgAccFollowNode1" presStyleIdx="1" presStyleCnt="2">
        <dgm:presLayoutVars>
          <dgm:bulletEnabled val="1"/>
        </dgm:presLayoutVars>
      </dgm:prSet>
      <dgm:spPr/>
      <dgm:t>
        <a:bodyPr/>
        <a:lstStyle/>
        <a:p>
          <a:endParaRPr lang="en-US"/>
        </a:p>
      </dgm:t>
    </dgm:pt>
    <dgm:pt modelId="{E1767799-29CB-4B0C-812D-53BB5A3ABEB4}" type="pres">
      <dgm:prSet presAssocID="{FC7D4187-827C-4EB7-8851-960D02E33A25}" presName="ThreeNodes_1_text" presStyleLbl="node1" presStyleIdx="2" presStyleCnt="3">
        <dgm:presLayoutVars>
          <dgm:bulletEnabled val="1"/>
        </dgm:presLayoutVars>
      </dgm:prSet>
      <dgm:spPr/>
      <dgm:t>
        <a:bodyPr/>
        <a:lstStyle/>
        <a:p>
          <a:endParaRPr lang="en-US"/>
        </a:p>
      </dgm:t>
    </dgm:pt>
    <dgm:pt modelId="{0F09C23D-012A-4E0A-89CE-F98BED14AB35}" type="pres">
      <dgm:prSet presAssocID="{FC7D4187-827C-4EB7-8851-960D02E33A25}" presName="ThreeNodes_2_text" presStyleLbl="node1" presStyleIdx="2" presStyleCnt="3">
        <dgm:presLayoutVars>
          <dgm:bulletEnabled val="1"/>
        </dgm:presLayoutVars>
      </dgm:prSet>
      <dgm:spPr/>
      <dgm:t>
        <a:bodyPr/>
        <a:lstStyle/>
        <a:p>
          <a:endParaRPr lang="en-US"/>
        </a:p>
      </dgm:t>
    </dgm:pt>
    <dgm:pt modelId="{849D0DB4-C8B9-4586-BD78-478979BE8BEC}" type="pres">
      <dgm:prSet presAssocID="{FC7D4187-827C-4EB7-8851-960D02E33A25}" presName="ThreeNodes_3_text" presStyleLbl="node1" presStyleIdx="2" presStyleCnt="3">
        <dgm:presLayoutVars>
          <dgm:bulletEnabled val="1"/>
        </dgm:presLayoutVars>
      </dgm:prSet>
      <dgm:spPr/>
      <dgm:t>
        <a:bodyPr/>
        <a:lstStyle/>
        <a:p>
          <a:endParaRPr lang="en-US"/>
        </a:p>
      </dgm:t>
    </dgm:pt>
  </dgm:ptLst>
  <dgm:cxnLst>
    <dgm:cxn modelId="{E676E49D-550D-42BE-8E5C-0ADE98AE54AA}" type="presOf" srcId="{E9E04CDD-DD0A-4BDC-AFE3-BAA3C96D802C}" destId="{5B733407-7748-4216-9FB7-0D627A9D3D43}" srcOrd="0" destOrd="0" presId="urn:microsoft.com/office/officeart/2005/8/layout/vProcess5"/>
    <dgm:cxn modelId="{77550BD8-7968-402C-881D-9969F395E301}" type="presOf" srcId="{06B80DEC-4300-4469-BF56-221335E5A2D8}" destId="{66BC97FE-E2B1-4E64-87AF-CDF53BA61FFC}" srcOrd="0" destOrd="0" presId="urn:microsoft.com/office/officeart/2005/8/layout/vProcess5"/>
    <dgm:cxn modelId="{793B4F2F-42BC-40DC-BB53-2B4723A1FD12}" srcId="{FC7D4187-827C-4EB7-8851-960D02E33A25}" destId="{06B80DEC-4300-4469-BF56-221335E5A2D8}" srcOrd="0" destOrd="0" parTransId="{8C4A82C4-0BE3-447F-854D-177930388D22}" sibTransId="{457F1B32-B2E5-4D41-9D38-5D54E1ED7571}"/>
    <dgm:cxn modelId="{F953D426-42E9-4266-A29C-5A82D5CC9EBF}" type="presOf" srcId="{58FD8809-3CE5-4CFB-A9FD-48FD6CEBA890}" destId="{849D0DB4-C8B9-4586-BD78-478979BE8BEC}" srcOrd="1" destOrd="0" presId="urn:microsoft.com/office/officeart/2005/8/layout/vProcess5"/>
    <dgm:cxn modelId="{0FAF29D5-C579-492E-B006-761A7F628458}" srcId="{FC7D4187-827C-4EB7-8851-960D02E33A25}" destId="{B9231E6E-7BF2-46C9-9B2B-863A9B35A245}" srcOrd="1" destOrd="0" parTransId="{6A9C6A5B-2A75-4CB0-A822-A5BE2E086325}" sibTransId="{E9E04CDD-DD0A-4BDC-AFE3-BAA3C96D802C}"/>
    <dgm:cxn modelId="{B2C4EAE8-DF38-4B97-8BF5-9DB455A4389F}" type="presOf" srcId="{58FD8809-3CE5-4CFB-A9FD-48FD6CEBA890}" destId="{32690B1B-CECE-4EB0-A833-D19E893D8716}" srcOrd="0" destOrd="0" presId="urn:microsoft.com/office/officeart/2005/8/layout/vProcess5"/>
    <dgm:cxn modelId="{6ACF25D5-1A74-4FFE-B570-EC551081FF42}" type="presOf" srcId="{06B80DEC-4300-4469-BF56-221335E5A2D8}" destId="{E1767799-29CB-4B0C-812D-53BB5A3ABEB4}" srcOrd="1" destOrd="0" presId="urn:microsoft.com/office/officeart/2005/8/layout/vProcess5"/>
    <dgm:cxn modelId="{006E8042-962C-4F28-AB8F-2565FABF54F7}" type="presOf" srcId="{FC7D4187-827C-4EB7-8851-960D02E33A25}" destId="{8099BFDA-C03F-42B0-92A4-01537A2F5F08}" srcOrd="0" destOrd="0" presId="urn:microsoft.com/office/officeart/2005/8/layout/vProcess5"/>
    <dgm:cxn modelId="{03F3DC01-E534-405C-89CF-CC8721462A5B}" type="presOf" srcId="{457F1B32-B2E5-4D41-9D38-5D54E1ED7571}" destId="{86737598-833E-481C-B369-C08A210AA541}" srcOrd="0" destOrd="0" presId="urn:microsoft.com/office/officeart/2005/8/layout/vProcess5"/>
    <dgm:cxn modelId="{363189CB-6F86-4D3E-9E37-3541A122F71E}" type="presOf" srcId="{B9231E6E-7BF2-46C9-9B2B-863A9B35A245}" destId="{70310D12-2760-459C-A0E2-3B1688421EB1}" srcOrd="0" destOrd="0" presId="urn:microsoft.com/office/officeart/2005/8/layout/vProcess5"/>
    <dgm:cxn modelId="{BFE2AEC5-5927-4ECA-B120-97485F810E6F}" srcId="{FC7D4187-827C-4EB7-8851-960D02E33A25}" destId="{58FD8809-3CE5-4CFB-A9FD-48FD6CEBA890}" srcOrd="2" destOrd="0" parTransId="{38A4E1A8-9A40-478C-834E-8277446D960C}" sibTransId="{D8C49DE5-8B72-4681-81D4-A812D8B161E0}"/>
    <dgm:cxn modelId="{629686EC-3AE9-457D-AF46-8DDEBC943EC4}" type="presOf" srcId="{B9231E6E-7BF2-46C9-9B2B-863A9B35A245}" destId="{0F09C23D-012A-4E0A-89CE-F98BED14AB35}" srcOrd="1" destOrd="0" presId="urn:microsoft.com/office/officeart/2005/8/layout/vProcess5"/>
    <dgm:cxn modelId="{B6265B34-5DB6-4AAE-9969-10DE5B7A0D82}" type="presParOf" srcId="{8099BFDA-C03F-42B0-92A4-01537A2F5F08}" destId="{9E008B12-68EF-4D7E-8C80-4660CB449DE8}" srcOrd="0" destOrd="0" presId="urn:microsoft.com/office/officeart/2005/8/layout/vProcess5"/>
    <dgm:cxn modelId="{AACF5A21-4573-4BB6-80E1-23C7CE3A3300}" type="presParOf" srcId="{8099BFDA-C03F-42B0-92A4-01537A2F5F08}" destId="{66BC97FE-E2B1-4E64-87AF-CDF53BA61FFC}" srcOrd="1" destOrd="0" presId="urn:microsoft.com/office/officeart/2005/8/layout/vProcess5"/>
    <dgm:cxn modelId="{FE14DED9-0731-43D0-857C-A7ACC5E437C8}" type="presParOf" srcId="{8099BFDA-C03F-42B0-92A4-01537A2F5F08}" destId="{70310D12-2760-459C-A0E2-3B1688421EB1}" srcOrd="2" destOrd="0" presId="urn:microsoft.com/office/officeart/2005/8/layout/vProcess5"/>
    <dgm:cxn modelId="{AF3350AD-A42A-4123-9AA4-488BB6398FB8}" type="presParOf" srcId="{8099BFDA-C03F-42B0-92A4-01537A2F5F08}" destId="{32690B1B-CECE-4EB0-A833-D19E893D8716}" srcOrd="3" destOrd="0" presId="urn:microsoft.com/office/officeart/2005/8/layout/vProcess5"/>
    <dgm:cxn modelId="{7F1DE433-AA91-45F6-8F1A-DB8CA9542680}" type="presParOf" srcId="{8099BFDA-C03F-42B0-92A4-01537A2F5F08}" destId="{86737598-833E-481C-B369-C08A210AA541}" srcOrd="4" destOrd="0" presId="urn:microsoft.com/office/officeart/2005/8/layout/vProcess5"/>
    <dgm:cxn modelId="{76800BE7-93C4-4338-98AB-DB8BEBDBD96B}" type="presParOf" srcId="{8099BFDA-C03F-42B0-92A4-01537A2F5F08}" destId="{5B733407-7748-4216-9FB7-0D627A9D3D43}" srcOrd="5" destOrd="0" presId="urn:microsoft.com/office/officeart/2005/8/layout/vProcess5"/>
    <dgm:cxn modelId="{EFC65BA0-BCFD-450A-ABBE-E155F4B3590A}" type="presParOf" srcId="{8099BFDA-C03F-42B0-92A4-01537A2F5F08}" destId="{E1767799-29CB-4B0C-812D-53BB5A3ABEB4}" srcOrd="6" destOrd="0" presId="urn:microsoft.com/office/officeart/2005/8/layout/vProcess5"/>
    <dgm:cxn modelId="{244D1403-788C-4406-B799-53A95098D1FD}" type="presParOf" srcId="{8099BFDA-C03F-42B0-92A4-01537A2F5F08}" destId="{0F09C23D-012A-4E0A-89CE-F98BED14AB35}" srcOrd="7" destOrd="0" presId="urn:microsoft.com/office/officeart/2005/8/layout/vProcess5"/>
    <dgm:cxn modelId="{70789F65-C575-4897-881C-96C27BD61BFB}" type="presParOf" srcId="{8099BFDA-C03F-42B0-92A4-01537A2F5F08}" destId="{849D0DB4-C8B9-4586-BD78-478979BE8BEC}"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58A44E2-9C98-4B05-87C9-95B87151AFA3}" type="doc">
      <dgm:prSet loTypeId="urn:microsoft.com/office/officeart/2005/8/layout/process4" loCatId="process" qsTypeId="urn:microsoft.com/office/officeart/2005/8/quickstyle/simple1" qsCatId="simple" csTypeId="urn:microsoft.com/office/officeart/2005/8/colors/accent0_3" csCatId="mainScheme" phldr="1"/>
      <dgm:spPr/>
      <dgm:t>
        <a:bodyPr/>
        <a:lstStyle/>
        <a:p>
          <a:endParaRPr lang="en-US"/>
        </a:p>
      </dgm:t>
    </dgm:pt>
    <dgm:pt modelId="{19BF0250-3433-4511-B96E-971EA4BED96B}">
      <dgm:prSet/>
      <dgm:spPr/>
      <dgm:t>
        <a:bodyPr/>
        <a:lstStyle/>
        <a:p>
          <a:pPr rtl="0"/>
          <a:r>
            <a:rPr lang="en-US" dirty="0" smtClean="0">
              <a:latin typeface="Cambria" panose="02040503050406030204" pitchFamily="18" charset="0"/>
            </a:rPr>
            <a:t>When DMA is used, the procedure is different. First the CPU programs the DMA controller by setting its registers so it knows what to transfer where (step 1). </a:t>
          </a:r>
          <a:endParaRPr lang="en-US" dirty="0">
            <a:latin typeface="Cambria" panose="02040503050406030204" pitchFamily="18" charset="0"/>
          </a:endParaRPr>
        </a:p>
      </dgm:t>
    </dgm:pt>
    <dgm:pt modelId="{FB0C19FD-01AD-425C-B6E1-EDCB06652C6D}" type="parTrans" cxnId="{5575140E-63F5-4449-ACCA-CE1924A0A40A}">
      <dgm:prSet/>
      <dgm:spPr/>
      <dgm:t>
        <a:bodyPr/>
        <a:lstStyle/>
        <a:p>
          <a:endParaRPr lang="en-US"/>
        </a:p>
      </dgm:t>
    </dgm:pt>
    <dgm:pt modelId="{936DC770-0A0A-44CE-AFF6-3C411A056821}" type="sibTrans" cxnId="{5575140E-63F5-4449-ACCA-CE1924A0A40A}">
      <dgm:prSet/>
      <dgm:spPr/>
      <dgm:t>
        <a:bodyPr/>
        <a:lstStyle/>
        <a:p>
          <a:endParaRPr lang="en-US"/>
        </a:p>
      </dgm:t>
    </dgm:pt>
    <dgm:pt modelId="{CFE391A3-4FE0-4DE4-9076-28CE5D722ACF}">
      <dgm:prSet/>
      <dgm:spPr/>
      <dgm:t>
        <a:bodyPr/>
        <a:lstStyle/>
        <a:p>
          <a:pPr rtl="0"/>
          <a:r>
            <a:rPr lang="en-US" smtClean="0">
              <a:latin typeface="Cambria" panose="02040503050406030204" pitchFamily="18" charset="0"/>
            </a:rPr>
            <a:t>The DMA controller initiates the transfer by issuing a read request over the bus to the disk controller (step 2). </a:t>
          </a:r>
          <a:endParaRPr lang="en-US">
            <a:latin typeface="Cambria" panose="02040503050406030204" pitchFamily="18" charset="0"/>
          </a:endParaRPr>
        </a:p>
      </dgm:t>
    </dgm:pt>
    <dgm:pt modelId="{A514CB0E-CDBD-485C-B8A5-F6CC9D4C39D2}" type="parTrans" cxnId="{8D4C3D26-3A68-45FA-B77E-E4C472D4114F}">
      <dgm:prSet/>
      <dgm:spPr/>
      <dgm:t>
        <a:bodyPr/>
        <a:lstStyle/>
        <a:p>
          <a:endParaRPr lang="en-US"/>
        </a:p>
      </dgm:t>
    </dgm:pt>
    <dgm:pt modelId="{8EFAA3EE-CA3A-46B6-A580-D5B79C2294F2}" type="sibTrans" cxnId="{8D4C3D26-3A68-45FA-B77E-E4C472D4114F}">
      <dgm:prSet/>
      <dgm:spPr/>
      <dgm:t>
        <a:bodyPr/>
        <a:lstStyle/>
        <a:p>
          <a:endParaRPr lang="en-US"/>
        </a:p>
      </dgm:t>
    </dgm:pt>
    <dgm:pt modelId="{A0CA9DE8-25FE-49CE-A5DD-4F71827E183F}">
      <dgm:prSet/>
      <dgm:spPr/>
      <dgm:t>
        <a:bodyPr/>
        <a:lstStyle/>
        <a:p>
          <a:pPr rtl="0"/>
          <a:r>
            <a:rPr lang="en-US" dirty="0" smtClean="0">
              <a:latin typeface="Cambria" panose="02040503050406030204" pitchFamily="18" charset="0"/>
            </a:rPr>
            <a:t>The write to memory is another standard bus cycle (step 3). </a:t>
          </a:r>
        </a:p>
      </dgm:t>
    </dgm:pt>
    <dgm:pt modelId="{13D3B8C1-804C-4EA0-B604-2CDD948EDC3C}" type="parTrans" cxnId="{D742C4E3-A0CB-4C9A-AF62-1BAFD7D05DBC}">
      <dgm:prSet/>
      <dgm:spPr/>
      <dgm:t>
        <a:bodyPr/>
        <a:lstStyle/>
        <a:p>
          <a:endParaRPr lang="en-US"/>
        </a:p>
      </dgm:t>
    </dgm:pt>
    <dgm:pt modelId="{D2544A27-ACC7-48D6-AA8F-EEF234563764}" type="sibTrans" cxnId="{D742C4E3-A0CB-4C9A-AF62-1BAFD7D05DBC}">
      <dgm:prSet/>
      <dgm:spPr/>
      <dgm:t>
        <a:bodyPr/>
        <a:lstStyle/>
        <a:p>
          <a:endParaRPr lang="en-US"/>
        </a:p>
      </dgm:t>
    </dgm:pt>
    <dgm:pt modelId="{2B98D41F-91FB-4D1F-8433-A887B6D35D57}">
      <dgm:prSet/>
      <dgm:spPr/>
      <dgm:t>
        <a:bodyPr/>
        <a:lstStyle/>
        <a:p>
          <a:pPr rtl="0"/>
          <a:r>
            <a:rPr lang="en-US" smtClean="0">
              <a:latin typeface="Cambria" panose="02040503050406030204" pitchFamily="18" charset="0"/>
            </a:rPr>
            <a:t>When </a:t>
          </a:r>
          <a:r>
            <a:rPr lang="en-US" dirty="0" smtClean="0">
              <a:latin typeface="Cambria" panose="02040503050406030204" pitchFamily="18" charset="0"/>
            </a:rPr>
            <a:t>the write is complete, the disk controller sends an acknowledgement signal to the disk controller, also over the bus (step 4).</a:t>
          </a:r>
          <a:endParaRPr lang="en-US" dirty="0">
            <a:latin typeface="Cambria" panose="02040503050406030204" pitchFamily="18" charset="0"/>
          </a:endParaRPr>
        </a:p>
      </dgm:t>
    </dgm:pt>
    <dgm:pt modelId="{601A54CE-F732-410A-A1B7-948B6A688157}" type="parTrans" cxnId="{DE8420CA-3C0E-4069-AD9C-C5A61C1DD827}">
      <dgm:prSet/>
      <dgm:spPr/>
    </dgm:pt>
    <dgm:pt modelId="{A3F77C63-B5F1-40FC-BE22-43504CAC0DB9}" type="sibTrans" cxnId="{DE8420CA-3C0E-4069-AD9C-C5A61C1DD827}">
      <dgm:prSet/>
      <dgm:spPr/>
    </dgm:pt>
    <dgm:pt modelId="{7F451B1D-66A2-486A-B29A-27740613F74A}" type="pres">
      <dgm:prSet presAssocID="{E58A44E2-9C98-4B05-87C9-95B87151AFA3}" presName="Name0" presStyleCnt="0">
        <dgm:presLayoutVars>
          <dgm:dir/>
          <dgm:animLvl val="lvl"/>
          <dgm:resizeHandles val="exact"/>
        </dgm:presLayoutVars>
      </dgm:prSet>
      <dgm:spPr/>
      <dgm:t>
        <a:bodyPr/>
        <a:lstStyle/>
        <a:p>
          <a:endParaRPr lang="en-US"/>
        </a:p>
      </dgm:t>
    </dgm:pt>
    <dgm:pt modelId="{40E2F486-413A-47A2-BE67-7B3A5A61EE70}" type="pres">
      <dgm:prSet presAssocID="{2B98D41F-91FB-4D1F-8433-A887B6D35D57}" presName="boxAndChildren" presStyleCnt="0"/>
      <dgm:spPr/>
    </dgm:pt>
    <dgm:pt modelId="{17DC3A64-506E-48AF-BB29-3272E0D164EE}" type="pres">
      <dgm:prSet presAssocID="{2B98D41F-91FB-4D1F-8433-A887B6D35D57}" presName="parentTextBox" presStyleLbl="node1" presStyleIdx="0" presStyleCnt="4"/>
      <dgm:spPr/>
      <dgm:t>
        <a:bodyPr/>
        <a:lstStyle/>
        <a:p>
          <a:endParaRPr lang="en-US"/>
        </a:p>
      </dgm:t>
    </dgm:pt>
    <dgm:pt modelId="{885F3566-CFBD-4BC2-931A-1003F4888926}" type="pres">
      <dgm:prSet presAssocID="{D2544A27-ACC7-48D6-AA8F-EEF234563764}" presName="sp" presStyleCnt="0"/>
      <dgm:spPr/>
    </dgm:pt>
    <dgm:pt modelId="{7108A1A0-18CD-438C-AB3F-2CE16AE11934}" type="pres">
      <dgm:prSet presAssocID="{A0CA9DE8-25FE-49CE-A5DD-4F71827E183F}" presName="arrowAndChildren" presStyleCnt="0"/>
      <dgm:spPr/>
    </dgm:pt>
    <dgm:pt modelId="{3C0EC661-8B01-446B-98BB-0A182BBCF87E}" type="pres">
      <dgm:prSet presAssocID="{A0CA9DE8-25FE-49CE-A5DD-4F71827E183F}" presName="parentTextArrow" presStyleLbl="node1" presStyleIdx="1" presStyleCnt="4"/>
      <dgm:spPr/>
      <dgm:t>
        <a:bodyPr/>
        <a:lstStyle/>
        <a:p>
          <a:endParaRPr lang="en-US"/>
        </a:p>
      </dgm:t>
    </dgm:pt>
    <dgm:pt modelId="{2574A2A1-F726-4AB3-9277-BFFEAD50201E}" type="pres">
      <dgm:prSet presAssocID="{8EFAA3EE-CA3A-46B6-A580-D5B79C2294F2}" presName="sp" presStyleCnt="0"/>
      <dgm:spPr/>
    </dgm:pt>
    <dgm:pt modelId="{A5FA6904-27C7-468C-BDD8-0CCB63AF2705}" type="pres">
      <dgm:prSet presAssocID="{CFE391A3-4FE0-4DE4-9076-28CE5D722ACF}" presName="arrowAndChildren" presStyleCnt="0"/>
      <dgm:spPr/>
    </dgm:pt>
    <dgm:pt modelId="{657E6218-02C9-4FC5-992E-65E3E4C04E15}" type="pres">
      <dgm:prSet presAssocID="{CFE391A3-4FE0-4DE4-9076-28CE5D722ACF}" presName="parentTextArrow" presStyleLbl="node1" presStyleIdx="2" presStyleCnt="4"/>
      <dgm:spPr/>
      <dgm:t>
        <a:bodyPr/>
        <a:lstStyle/>
        <a:p>
          <a:endParaRPr lang="en-US"/>
        </a:p>
      </dgm:t>
    </dgm:pt>
    <dgm:pt modelId="{2799B356-3C07-4A17-B8E7-F514B5633212}" type="pres">
      <dgm:prSet presAssocID="{936DC770-0A0A-44CE-AFF6-3C411A056821}" presName="sp" presStyleCnt="0"/>
      <dgm:spPr/>
    </dgm:pt>
    <dgm:pt modelId="{AB57B516-D879-4440-92BA-CE0D1355D0C6}" type="pres">
      <dgm:prSet presAssocID="{19BF0250-3433-4511-B96E-971EA4BED96B}" presName="arrowAndChildren" presStyleCnt="0"/>
      <dgm:spPr/>
    </dgm:pt>
    <dgm:pt modelId="{F8FFE5BC-9A22-4436-8651-7422B89CAB8A}" type="pres">
      <dgm:prSet presAssocID="{19BF0250-3433-4511-B96E-971EA4BED96B}" presName="parentTextArrow" presStyleLbl="node1" presStyleIdx="3" presStyleCnt="4"/>
      <dgm:spPr/>
      <dgm:t>
        <a:bodyPr/>
        <a:lstStyle/>
        <a:p>
          <a:endParaRPr lang="en-US"/>
        </a:p>
      </dgm:t>
    </dgm:pt>
  </dgm:ptLst>
  <dgm:cxnLst>
    <dgm:cxn modelId="{142D3CEB-B5D8-416C-B9C5-63AC8102A98D}" type="presOf" srcId="{CFE391A3-4FE0-4DE4-9076-28CE5D722ACF}" destId="{657E6218-02C9-4FC5-992E-65E3E4C04E15}" srcOrd="0" destOrd="0" presId="urn:microsoft.com/office/officeart/2005/8/layout/process4"/>
    <dgm:cxn modelId="{DE8420CA-3C0E-4069-AD9C-C5A61C1DD827}" srcId="{E58A44E2-9C98-4B05-87C9-95B87151AFA3}" destId="{2B98D41F-91FB-4D1F-8433-A887B6D35D57}" srcOrd="3" destOrd="0" parTransId="{601A54CE-F732-410A-A1B7-948B6A688157}" sibTransId="{A3F77C63-B5F1-40FC-BE22-43504CAC0DB9}"/>
    <dgm:cxn modelId="{44CC5BB1-6925-43F5-954E-D86F8225388B}" type="presOf" srcId="{E58A44E2-9C98-4B05-87C9-95B87151AFA3}" destId="{7F451B1D-66A2-486A-B29A-27740613F74A}" srcOrd="0" destOrd="0" presId="urn:microsoft.com/office/officeart/2005/8/layout/process4"/>
    <dgm:cxn modelId="{D742C4E3-A0CB-4C9A-AF62-1BAFD7D05DBC}" srcId="{E58A44E2-9C98-4B05-87C9-95B87151AFA3}" destId="{A0CA9DE8-25FE-49CE-A5DD-4F71827E183F}" srcOrd="2" destOrd="0" parTransId="{13D3B8C1-804C-4EA0-B604-2CDD948EDC3C}" sibTransId="{D2544A27-ACC7-48D6-AA8F-EEF234563764}"/>
    <dgm:cxn modelId="{5EA8AB88-4C1B-41DE-AA20-03CF30B95F9C}" type="presOf" srcId="{A0CA9DE8-25FE-49CE-A5DD-4F71827E183F}" destId="{3C0EC661-8B01-446B-98BB-0A182BBCF87E}" srcOrd="0" destOrd="0" presId="urn:microsoft.com/office/officeart/2005/8/layout/process4"/>
    <dgm:cxn modelId="{5575140E-63F5-4449-ACCA-CE1924A0A40A}" srcId="{E58A44E2-9C98-4B05-87C9-95B87151AFA3}" destId="{19BF0250-3433-4511-B96E-971EA4BED96B}" srcOrd="0" destOrd="0" parTransId="{FB0C19FD-01AD-425C-B6E1-EDCB06652C6D}" sibTransId="{936DC770-0A0A-44CE-AFF6-3C411A056821}"/>
    <dgm:cxn modelId="{309422EC-99B1-4E48-9377-F1C9C0468ADA}" type="presOf" srcId="{19BF0250-3433-4511-B96E-971EA4BED96B}" destId="{F8FFE5BC-9A22-4436-8651-7422B89CAB8A}" srcOrd="0" destOrd="0" presId="urn:microsoft.com/office/officeart/2005/8/layout/process4"/>
    <dgm:cxn modelId="{217C6EC4-EBB8-446B-BA21-F7730C6FA29A}" type="presOf" srcId="{2B98D41F-91FB-4D1F-8433-A887B6D35D57}" destId="{17DC3A64-506E-48AF-BB29-3272E0D164EE}" srcOrd="0" destOrd="0" presId="urn:microsoft.com/office/officeart/2005/8/layout/process4"/>
    <dgm:cxn modelId="{8D4C3D26-3A68-45FA-B77E-E4C472D4114F}" srcId="{E58A44E2-9C98-4B05-87C9-95B87151AFA3}" destId="{CFE391A3-4FE0-4DE4-9076-28CE5D722ACF}" srcOrd="1" destOrd="0" parTransId="{A514CB0E-CDBD-485C-B8A5-F6CC9D4C39D2}" sibTransId="{8EFAA3EE-CA3A-46B6-A580-D5B79C2294F2}"/>
    <dgm:cxn modelId="{185DDB29-295C-436F-870B-1420B5C678C1}" type="presParOf" srcId="{7F451B1D-66A2-486A-B29A-27740613F74A}" destId="{40E2F486-413A-47A2-BE67-7B3A5A61EE70}" srcOrd="0" destOrd="0" presId="urn:microsoft.com/office/officeart/2005/8/layout/process4"/>
    <dgm:cxn modelId="{78CC4E31-4137-4B74-856F-8CFCDB207698}" type="presParOf" srcId="{40E2F486-413A-47A2-BE67-7B3A5A61EE70}" destId="{17DC3A64-506E-48AF-BB29-3272E0D164EE}" srcOrd="0" destOrd="0" presId="urn:microsoft.com/office/officeart/2005/8/layout/process4"/>
    <dgm:cxn modelId="{4B134F71-FA6B-4B43-B0F5-DB645D808F76}" type="presParOf" srcId="{7F451B1D-66A2-486A-B29A-27740613F74A}" destId="{885F3566-CFBD-4BC2-931A-1003F4888926}" srcOrd="1" destOrd="0" presId="urn:microsoft.com/office/officeart/2005/8/layout/process4"/>
    <dgm:cxn modelId="{6B7D7914-B788-4310-8758-08FEAA266A5D}" type="presParOf" srcId="{7F451B1D-66A2-486A-B29A-27740613F74A}" destId="{7108A1A0-18CD-438C-AB3F-2CE16AE11934}" srcOrd="2" destOrd="0" presId="urn:microsoft.com/office/officeart/2005/8/layout/process4"/>
    <dgm:cxn modelId="{3F404889-E5FD-4C7F-B7FD-344DEA5B7B0B}" type="presParOf" srcId="{7108A1A0-18CD-438C-AB3F-2CE16AE11934}" destId="{3C0EC661-8B01-446B-98BB-0A182BBCF87E}" srcOrd="0" destOrd="0" presId="urn:microsoft.com/office/officeart/2005/8/layout/process4"/>
    <dgm:cxn modelId="{FBFF3423-6016-4396-944A-4F1D244523A4}" type="presParOf" srcId="{7F451B1D-66A2-486A-B29A-27740613F74A}" destId="{2574A2A1-F726-4AB3-9277-BFFEAD50201E}" srcOrd="3" destOrd="0" presId="urn:microsoft.com/office/officeart/2005/8/layout/process4"/>
    <dgm:cxn modelId="{E36C0430-260B-482A-8146-9A85CFF6385F}" type="presParOf" srcId="{7F451B1D-66A2-486A-B29A-27740613F74A}" destId="{A5FA6904-27C7-468C-BDD8-0CCB63AF2705}" srcOrd="4" destOrd="0" presId="urn:microsoft.com/office/officeart/2005/8/layout/process4"/>
    <dgm:cxn modelId="{6581294F-FC6E-416D-982B-ED635513D67C}" type="presParOf" srcId="{A5FA6904-27C7-468C-BDD8-0CCB63AF2705}" destId="{657E6218-02C9-4FC5-992E-65E3E4C04E15}" srcOrd="0" destOrd="0" presId="urn:microsoft.com/office/officeart/2005/8/layout/process4"/>
    <dgm:cxn modelId="{7EF6AB70-28F7-4D4B-AD68-F6B98557E87D}" type="presParOf" srcId="{7F451B1D-66A2-486A-B29A-27740613F74A}" destId="{2799B356-3C07-4A17-B8E7-F514B5633212}" srcOrd="5" destOrd="0" presId="urn:microsoft.com/office/officeart/2005/8/layout/process4"/>
    <dgm:cxn modelId="{1452B35B-B2A9-4791-B9FD-D3E7970D20FF}" type="presParOf" srcId="{7F451B1D-66A2-486A-B29A-27740613F74A}" destId="{AB57B516-D879-4440-92BA-CE0D1355D0C6}" srcOrd="6" destOrd="0" presId="urn:microsoft.com/office/officeart/2005/8/layout/process4"/>
    <dgm:cxn modelId="{900AC674-4806-4944-96D8-124C40635C30}" type="presParOf" srcId="{AB57B516-D879-4440-92BA-CE0D1355D0C6}" destId="{F8FFE5BC-9A22-4436-8651-7422B89CAB8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8338325-9FB2-4D18-AFB7-60D5875535F2}"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15034987-97F0-44D0-95BC-1679FEE0FD29}">
      <dgm:prSet custT="1"/>
      <dgm:spPr/>
      <dgm:t>
        <a:bodyPr/>
        <a:lstStyle/>
        <a:p>
          <a:pPr rtl="0"/>
          <a:r>
            <a:rPr lang="en-US" sz="2200" b="1" dirty="0" smtClean="0">
              <a:latin typeface="Cambria" panose="02040503050406030204" pitchFamily="18" charset="0"/>
            </a:rPr>
            <a:t>Cycle stealing mode          ( word at a time mode)</a:t>
          </a:r>
          <a:endParaRPr lang="en-US" sz="2200" dirty="0">
            <a:latin typeface="Cambria" panose="02040503050406030204" pitchFamily="18" charset="0"/>
          </a:endParaRPr>
        </a:p>
      </dgm:t>
    </dgm:pt>
    <dgm:pt modelId="{C9E38134-5814-444A-B6A7-27434DEC69AD}" type="parTrans" cxnId="{8AA5E72B-C160-44FC-BDC2-92A63B5A7404}">
      <dgm:prSet/>
      <dgm:spPr/>
      <dgm:t>
        <a:bodyPr/>
        <a:lstStyle/>
        <a:p>
          <a:endParaRPr lang="en-US"/>
        </a:p>
      </dgm:t>
    </dgm:pt>
    <dgm:pt modelId="{5AD6CF4E-0F5F-4F92-9C06-747709AFDC63}" type="sibTrans" cxnId="{8AA5E72B-C160-44FC-BDC2-92A63B5A7404}">
      <dgm:prSet/>
      <dgm:spPr/>
      <dgm:t>
        <a:bodyPr/>
        <a:lstStyle/>
        <a:p>
          <a:endParaRPr lang="en-US"/>
        </a:p>
      </dgm:t>
    </dgm:pt>
    <dgm:pt modelId="{24C7C3E7-73CF-432F-B297-866754888D11}">
      <dgm:prSet custT="1"/>
      <dgm:spPr/>
      <dgm:t>
        <a:bodyPr/>
        <a:lstStyle/>
        <a:p>
          <a:pPr rtl="0"/>
          <a:r>
            <a:rPr lang="en-US" sz="2200" dirty="0" smtClean="0">
              <a:latin typeface="Cambria" panose="02040503050406030204" pitchFamily="18" charset="0"/>
            </a:rPr>
            <a:t>the DMA controller requests for the transfer of one word and gets it. If the CPU also wants the bus, it has to wait. </a:t>
          </a:r>
          <a:endParaRPr lang="en-US" sz="2200" dirty="0">
            <a:latin typeface="Cambria" panose="02040503050406030204" pitchFamily="18" charset="0"/>
          </a:endParaRPr>
        </a:p>
      </dgm:t>
    </dgm:pt>
    <dgm:pt modelId="{F16C46E6-5400-4B3B-A542-0F632D88F9F4}" type="parTrans" cxnId="{AA0079E4-70F8-4798-99E6-119E782EB552}">
      <dgm:prSet/>
      <dgm:spPr/>
      <dgm:t>
        <a:bodyPr/>
        <a:lstStyle/>
        <a:p>
          <a:endParaRPr lang="en-US"/>
        </a:p>
      </dgm:t>
    </dgm:pt>
    <dgm:pt modelId="{03F62EFD-89B2-4D6A-94AE-46955888C60E}" type="sibTrans" cxnId="{AA0079E4-70F8-4798-99E6-119E782EB552}">
      <dgm:prSet/>
      <dgm:spPr/>
      <dgm:t>
        <a:bodyPr/>
        <a:lstStyle/>
        <a:p>
          <a:endParaRPr lang="en-US"/>
        </a:p>
      </dgm:t>
    </dgm:pt>
    <dgm:pt modelId="{F8453CC3-0971-4665-90C7-CCE4350E2DCF}">
      <dgm:prSet custT="1"/>
      <dgm:spPr/>
      <dgm:t>
        <a:bodyPr/>
        <a:lstStyle/>
        <a:p>
          <a:pPr rtl="0"/>
          <a:r>
            <a:rPr lang="en-US" sz="2200" b="1" dirty="0" smtClean="0">
              <a:latin typeface="Cambria" panose="02040503050406030204" pitchFamily="18" charset="0"/>
            </a:rPr>
            <a:t>Burst mode </a:t>
          </a:r>
        </a:p>
        <a:p>
          <a:pPr rtl="0"/>
          <a:r>
            <a:rPr lang="en-US" sz="2200" b="1" dirty="0" smtClean="0">
              <a:latin typeface="Cambria" panose="02040503050406030204" pitchFamily="18" charset="0"/>
            </a:rPr>
            <a:t>(Block mode)                    </a:t>
          </a:r>
          <a:endParaRPr lang="en-US" sz="2200" dirty="0">
            <a:latin typeface="Cambria" panose="02040503050406030204" pitchFamily="18" charset="0"/>
          </a:endParaRPr>
        </a:p>
      </dgm:t>
    </dgm:pt>
    <dgm:pt modelId="{54A75B31-9A8B-475C-8FB9-FC5BDDBBAF88}" type="parTrans" cxnId="{2B7D1636-212A-4FD4-A743-06DF22D2D5EA}">
      <dgm:prSet/>
      <dgm:spPr/>
      <dgm:t>
        <a:bodyPr/>
        <a:lstStyle/>
        <a:p>
          <a:endParaRPr lang="en-US"/>
        </a:p>
      </dgm:t>
    </dgm:pt>
    <dgm:pt modelId="{9AB1B5D4-6C3E-4BED-853A-797E9B132C68}" type="sibTrans" cxnId="{2B7D1636-212A-4FD4-A743-06DF22D2D5EA}">
      <dgm:prSet/>
      <dgm:spPr/>
      <dgm:t>
        <a:bodyPr/>
        <a:lstStyle/>
        <a:p>
          <a:endParaRPr lang="en-US"/>
        </a:p>
      </dgm:t>
    </dgm:pt>
    <dgm:pt modelId="{3695AEB2-AAC4-48F8-B53A-0D1639DCE143}">
      <dgm:prSet custT="1"/>
      <dgm:spPr/>
      <dgm:t>
        <a:bodyPr/>
        <a:lstStyle/>
        <a:p>
          <a:pPr rtl="0"/>
          <a:r>
            <a:rPr lang="en-US" sz="2200" dirty="0" smtClean="0">
              <a:latin typeface="Cambria" panose="02040503050406030204" pitchFamily="18" charset="0"/>
            </a:rPr>
            <a:t>DMA controller grabs bus and sends a block.</a:t>
          </a:r>
          <a:endParaRPr lang="en-US" sz="2200" dirty="0">
            <a:latin typeface="Cambria" panose="02040503050406030204" pitchFamily="18" charset="0"/>
          </a:endParaRPr>
        </a:p>
      </dgm:t>
    </dgm:pt>
    <dgm:pt modelId="{4AE3595D-464E-4B5B-A434-D5B39A0E4C2F}" type="parTrans" cxnId="{B0A3C39E-ADE0-4E20-A909-0754B073273F}">
      <dgm:prSet/>
      <dgm:spPr/>
      <dgm:t>
        <a:bodyPr/>
        <a:lstStyle/>
        <a:p>
          <a:endParaRPr lang="en-US"/>
        </a:p>
      </dgm:t>
    </dgm:pt>
    <dgm:pt modelId="{9C469F24-5E94-4751-8257-5CAF86E3F0B5}" type="sibTrans" cxnId="{B0A3C39E-ADE0-4E20-A909-0754B073273F}">
      <dgm:prSet/>
      <dgm:spPr/>
      <dgm:t>
        <a:bodyPr/>
        <a:lstStyle/>
        <a:p>
          <a:endParaRPr lang="en-US"/>
        </a:p>
      </dgm:t>
    </dgm:pt>
    <dgm:pt modelId="{A4B2C6BC-AAE4-47F9-8F28-786502DF7809}">
      <dgm:prSet custT="1"/>
      <dgm:spPr/>
      <dgm:t>
        <a:bodyPr/>
        <a:lstStyle/>
        <a:p>
          <a:pPr rtl="0"/>
          <a:r>
            <a:rPr lang="en-US" sz="2200" b="1" dirty="0" smtClean="0">
              <a:latin typeface="Cambria" panose="02040503050406030204" pitchFamily="18" charset="0"/>
            </a:rPr>
            <a:t>Fly by mode</a:t>
          </a:r>
          <a:endParaRPr lang="en-US" sz="2200" dirty="0">
            <a:latin typeface="Cambria" panose="02040503050406030204" pitchFamily="18" charset="0"/>
          </a:endParaRPr>
        </a:p>
      </dgm:t>
    </dgm:pt>
    <dgm:pt modelId="{924FA309-454F-4F3C-97A4-7C83E27323AB}" type="parTrans" cxnId="{A65E2411-8442-4CBF-BE64-EC04AC56C435}">
      <dgm:prSet/>
      <dgm:spPr/>
      <dgm:t>
        <a:bodyPr/>
        <a:lstStyle/>
        <a:p>
          <a:endParaRPr lang="en-US"/>
        </a:p>
      </dgm:t>
    </dgm:pt>
    <dgm:pt modelId="{A626C4A8-D8A8-4049-95CE-DEFBB2BF3874}" type="sibTrans" cxnId="{A65E2411-8442-4CBF-BE64-EC04AC56C435}">
      <dgm:prSet/>
      <dgm:spPr/>
      <dgm:t>
        <a:bodyPr/>
        <a:lstStyle/>
        <a:p>
          <a:endParaRPr lang="en-US"/>
        </a:p>
      </dgm:t>
    </dgm:pt>
    <dgm:pt modelId="{B5D5FED0-EB54-4B95-A465-0238AEF6D958}">
      <dgm:prSet custT="1"/>
      <dgm:spPr/>
      <dgm:t>
        <a:bodyPr/>
        <a:lstStyle/>
        <a:p>
          <a:pPr rtl="0"/>
          <a:r>
            <a:rPr lang="en-US" sz="2200" dirty="0" smtClean="0">
              <a:latin typeface="Cambria" panose="02040503050406030204" pitchFamily="18" charset="0"/>
            </a:rPr>
            <a:t>DMA controller tells device controller to transfer data directly to main memory. Otherwise device controller send the word to DMA controller, which then then use bus to write the word.</a:t>
          </a:r>
          <a:endParaRPr lang="en-US" sz="2200" dirty="0">
            <a:latin typeface="Cambria" panose="02040503050406030204" pitchFamily="18" charset="0"/>
          </a:endParaRPr>
        </a:p>
      </dgm:t>
    </dgm:pt>
    <dgm:pt modelId="{D93BB6DB-D5CE-4182-BBC2-67B455298B91}" type="parTrans" cxnId="{E3B2CD8F-712D-47F1-ACAF-16A7D41D9EA3}">
      <dgm:prSet/>
      <dgm:spPr/>
      <dgm:t>
        <a:bodyPr/>
        <a:lstStyle/>
        <a:p>
          <a:endParaRPr lang="en-US"/>
        </a:p>
      </dgm:t>
    </dgm:pt>
    <dgm:pt modelId="{A7C1B986-3868-4E85-9D45-2282373FA396}" type="sibTrans" cxnId="{E3B2CD8F-712D-47F1-ACAF-16A7D41D9EA3}">
      <dgm:prSet/>
      <dgm:spPr/>
      <dgm:t>
        <a:bodyPr/>
        <a:lstStyle/>
        <a:p>
          <a:endParaRPr lang="en-US"/>
        </a:p>
      </dgm:t>
    </dgm:pt>
    <dgm:pt modelId="{2BF164C8-C05E-4CDE-944B-23A50D8C2A8E}">
      <dgm:prSet custT="1"/>
      <dgm:spPr/>
      <dgm:t>
        <a:bodyPr/>
        <a:lstStyle/>
        <a:p>
          <a:pPr rtl="0"/>
          <a:r>
            <a:rPr lang="en-US" sz="2200" dirty="0" smtClean="0">
              <a:latin typeface="Cambria" panose="02040503050406030204" pitchFamily="18" charset="0"/>
            </a:rPr>
            <a:t>delaying  CPU slightly.</a:t>
          </a:r>
          <a:endParaRPr lang="en-US" sz="2200" dirty="0">
            <a:latin typeface="Cambria" panose="02040503050406030204" pitchFamily="18" charset="0"/>
          </a:endParaRPr>
        </a:p>
      </dgm:t>
    </dgm:pt>
    <dgm:pt modelId="{AEBBB913-1CC5-4D4C-BC79-C7D69868D097}" type="parTrans" cxnId="{EE767AC8-F553-4039-B9D7-09F7B5BC6AC1}">
      <dgm:prSet/>
      <dgm:spPr/>
      <dgm:t>
        <a:bodyPr/>
        <a:lstStyle/>
        <a:p>
          <a:endParaRPr lang="en-US"/>
        </a:p>
      </dgm:t>
    </dgm:pt>
    <dgm:pt modelId="{C196878A-9E7E-4190-A515-5B4A4A09E6B0}" type="sibTrans" cxnId="{EE767AC8-F553-4039-B9D7-09F7B5BC6AC1}">
      <dgm:prSet/>
      <dgm:spPr/>
      <dgm:t>
        <a:bodyPr/>
        <a:lstStyle/>
        <a:p>
          <a:endParaRPr lang="en-US"/>
        </a:p>
      </dgm:t>
    </dgm:pt>
    <dgm:pt modelId="{D8DE30D4-AEE5-4331-83CF-3CE332D6750A}">
      <dgm:prSet custT="1"/>
      <dgm:spPr/>
      <dgm:t>
        <a:bodyPr/>
        <a:lstStyle/>
        <a:p>
          <a:pPr rtl="0"/>
          <a:r>
            <a:rPr lang="en-IN" sz="2200" dirty="0" smtClean="0">
              <a:latin typeface="Cambria" panose="02040503050406030204" pitchFamily="18" charset="0"/>
            </a:rPr>
            <a:t>Here multiple word can be transfer.</a:t>
          </a:r>
          <a:endParaRPr lang="en-US" sz="2200" dirty="0">
            <a:latin typeface="Cambria" panose="02040503050406030204" pitchFamily="18" charset="0"/>
          </a:endParaRPr>
        </a:p>
      </dgm:t>
    </dgm:pt>
    <dgm:pt modelId="{07C00DC7-5AAD-4A1F-98A2-5A7A2E11D3B0}" type="parTrans" cxnId="{A11E111D-380A-457E-9F6D-919A542B6C92}">
      <dgm:prSet/>
      <dgm:spPr/>
    </dgm:pt>
    <dgm:pt modelId="{8D996166-7347-4A9E-B6C7-5E8DEFE182D1}" type="sibTrans" cxnId="{A11E111D-380A-457E-9F6D-919A542B6C92}">
      <dgm:prSet/>
      <dgm:spPr/>
    </dgm:pt>
    <dgm:pt modelId="{47D0BE96-FFAF-475D-BC18-094FA08684BB}" type="pres">
      <dgm:prSet presAssocID="{B8338325-9FB2-4D18-AFB7-60D5875535F2}" presName="Name0" presStyleCnt="0">
        <dgm:presLayoutVars>
          <dgm:dir/>
          <dgm:animLvl val="lvl"/>
          <dgm:resizeHandles val="exact"/>
        </dgm:presLayoutVars>
      </dgm:prSet>
      <dgm:spPr/>
      <dgm:t>
        <a:bodyPr/>
        <a:lstStyle/>
        <a:p>
          <a:endParaRPr lang="en-US"/>
        </a:p>
      </dgm:t>
    </dgm:pt>
    <dgm:pt modelId="{AC8AEF90-FFBE-4AEE-8DE4-A3277628D6C6}" type="pres">
      <dgm:prSet presAssocID="{15034987-97F0-44D0-95BC-1679FEE0FD29}" presName="linNode" presStyleCnt="0"/>
      <dgm:spPr/>
    </dgm:pt>
    <dgm:pt modelId="{AA7FFC43-0147-4F09-9577-F12A0C8F1DBF}" type="pres">
      <dgm:prSet presAssocID="{15034987-97F0-44D0-95BC-1679FEE0FD29}" presName="parentText" presStyleLbl="node1" presStyleIdx="0" presStyleCnt="3">
        <dgm:presLayoutVars>
          <dgm:chMax val="1"/>
          <dgm:bulletEnabled val="1"/>
        </dgm:presLayoutVars>
      </dgm:prSet>
      <dgm:spPr/>
      <dgm:t>
        <a:bodyPr/>
        <a:lstStyle/>
        <a:p>
          <a:endParaRPr lang="en-US"/>
        </a:p>
      </dgm:t>
    </dgm:pt>
    <dgm:pt modelId="{83E2EF6A-8A02-45E3-A515-8E6F1FA863B5}" type="pres">
      <dgm:prSet presAssocID="{15034987-97F0-44D0-95BC-1679FEE0FD29}" presName="descendantText" presStyleLbl="alignAccFollowNode1" presStyleIdx="0" presStyleCnt="3" custScaleY="95739">
        <dgm:presLayoutVars>
          <dgm:bulletEnabled val="1"/>
        </dgm:presLayoutVars>
      </dgm:prSet>
      <dgm:spPr/>
      <dgm:t>
        <a:bodyPr/>
        <a:lstStyle/>
        <a:p>
          <a:endParaRPr lang="en-US"/>
        </a:p>
      </dgm:t>
    </dgm:pt>
    <dgm:pt modelId="{3E6E51D4-048C-4821-BB44-578EB04DE776}" type="pres">
      <dgm:prSet presAssocID="{5AD6CF4E-0F5F-4F92-9C06-747709AFDC63}" presName="sp" presStyleCnt="0"/>
      <dgm:spPr/>
    </dgm:pt>
    <dgm:pt modelId="{F814444D-63F9-4330-91FD-692F78A01B16}" type="pres">
      <dgm:prSet presAssocID="{F8453CC3-0971-4665-90C7-CCE4350E2DCF}" presName="linNode" presStyleCnt="0"/>
      <dgm:spPr/>
    </dgm:pt>
    <dgm:pt modelId="{C3229A64-ACC2-4F71-B285-0D6CF79ACCAE}" type="pres">
      <dgm:prSet presAssocID="{F8453CC3-0971-4665-90C7-CCE4350E2DCF}" presName="parentText" presStyleLbl="node1" presStyleIdx="1" presStyleCnt="3">
        <dgm:presLayoutVars>
          <dgm:chMax val="1"/>
          <dgm:bulletEnabled val="1"/>
        </dgm:presLayoutVars>
      </dgm:prSet>
      <dgm:spPr/>
      <dgm:t>
        <a:bodyPr/>
        <a:lstStyle/>
        <a:p>
          <a:endParaRPr lang="en-US"/>
        </a:p>
      </dgm:t>
    </dgm:pt>
    <dgm:pt modelId="{51897150-A5D6-4554-B20B-74404B6C48BC}" type="pres">
      <dgm:prSet presAssocID="{F8453CC3-0971-4665-90C7-CCE4350E2DCF}" presName="descendantText" presStyleLbl="alignAccFollowNode1" presStyleIdx="1" presStyleCnt="3" custScaleY="96574">
        <dgm:presLayoutVars>
          <dgm:bulletEnabled val="1"/>
        </dgm:presLayoutVars>
      </dgm:prSet>
      <dgm:spPr/>
      <dgm:t>
        <a:bodyPr/>
        <a:lstStyle/>
        <a:p>
          <a:endParaRPr lang="en-US"/>
        </a:p>
      </dgm:t>
    </dgm:pt>
    <dgm:pt modelId="{12C5FA19-7B15-41F6-BAD6-82B943EEB85E}" type="pres">
      <dgm:prSet presAssocID="{9AB1B5D4-6C3E-4BED-853A-797E9B132C68}" presName="sp" presStyleCnt="0"/>
      <dgm:spPr/>
    </dgm:pt>
    <dgm:pt modelId="{56F75DEC-7A8C-45CB-9EA8-2E5C21E318BD}" type="pres">
      <dgm:prSet presAssocID="{A4B2C6BC-AAE4-47F9-8F28-786502DF7809}" presName="linNode" presStyleCnt="0"/>
      <dgm:spPr/>
    </dgm:pt>
    <dgm:pt modelId="{552D9BA7-D793-4112-93E5-9111F0E3950E}" type="pres">
      <dgm:prSet presAssocID="{A4B2C6BC-AAE4-47F9-8F28-786502DF7809}" presName="parentText" presStyleLbl="node1" presStyleIdx="2" presStyleCnt="3">
        <dgm:presLayoutVars>
          <dgm:chMax val="1"/>
          <dgm:bulletEnabled val="1"/>
        </dgm:presLayoutVars>
      </dgm:prSet>
      <dgm:spPr/>
      <dgm:t>
        <a:bodyPr/>
        <a:lstStyle/>
        <a:p>
          <a:endParaRPr lang="en-US"/>
        </a:p>
      </dgm:t>
    </dgm:pt>
    <dgm:pt modelId="{1BD74697-26A7-4ECC-A453-696C22CE7053}" type="pres">
      <dgm:prSet presAssocID="{A4B2C6BC-AAE4-47F9-8F28-786502DF7809}" presName="descendantText" presStyleLbl="alignAccFollowNode1" presStyleIdx="2" presStyleCnt="3">
        <dgm:presLayoutVars>
          <dgm:bulletEnabled val="1"/>
        </dgm:presLayoutVars>
      </dgm:prSet>
      <dgm:spPr/>
      <dgm:t>
        <a:bodyPr/>
        <a:lstStyle/>
        <a:p>
          <a:endParaRPr lang="en-US"/>
        </a:p>
      </dgm:t>
    </dgm:pt>
  </dgm:ptLst>
  <dgm:cxnLst>
    <dgm:cxn modelId="{E477744B-6B55-4B72-B840-52D66BD67487}" type="presOf" srcId="{D8DE30D4-AEE5-4331-83CF-3CE332D6750A}" destId="{51897150-A5D6-4554-B20B-74404B6C48BC}" srcOrd="0" destOrd="1" presId="urn:microsoft.com/office/officeart/2005/8/layout/vList5"/>
    <dgm:cxn modelId="{B0A3C39E-ADE0-4E20-A909-0754B073273F}" srcId="{F8453CC3-0971-4665-90C7-CCE4350E2DCF}" destId="{3695AEB2-AAC4-48F8-B53A-0D1639DCE143}" srcOrd="0" destOrd="0" parTransId="{4AE3595D-464E-4B5B-A434-D5B39A0E4C2F}" sibTransId="{9C469F24-5E94-4751-8257-5CAF86E3F0B5}"/>
    <dgm:cxn modelId="{4479C3EC-9D80-4F1E-B648-0B92D9749D82}" type="presOf" srcId="{3695AEB2-AAC4-48F8-B53A-0D1639DCE143}" destId="{51897150-A5D6-4554-B20B-74404B6C48BC}" srcOrd="0" destOrd="0" presId="urn:microsoft.com/office/officeart/2005/8/layout/vList5"/>
    <dgm:cxn modelId="{AA0079E4-70F8-4798-99E6-119E782EB552}" srcId="{15034987-97F0-44D0-95BC-1679FEE0FD29}" destId="{24C7C3E7-73CF-432F-B297-866754888D11}" srcOrd="0" destOrd="0" parTransId="{F16C46E6-5400-4B3B-A542-0F632D88F9F4}" sibTransId="{03F62EFD-89B2-4D6A-94AE-46955888C60E}"/>
    <dgm:cxn modelId="{E3B2CD8F-712D-47F1-ACAF-16A7D41D9EA3}" srcId="{A4B2C6BC-AAE4-47F9-8F28-786502DF7809}" destId="{B5D5FED0-EB54-4B95-A465-0238AEF6D958}" srcOrd="0" destOrd="0" parTransId="{D93BB6DB-D5CE-4182-BBC2-67B455298B91}" sibTransId="{A7C1B986-3868-4E85-9D45-2282373FA396}"/>
    <dgm:cxn modelId="{E5E099AC-02FD-4862-834D-D5D1EA919C9F}" type="presOf" srcId="{B5D5FED0-EB54-4B95-A465-0238AEF6D958}" destId="{1BD74697-26A7-4ECC-A453-696C22CE7053}" srcOrd="0" destOrd="0" presId="urn:microsoft.com/office/officeart/2005/8/layout/vList5"/>
    <dgm:cxn modelId="{FE0DD460-BCD4-4E79-A6E9-DED10FCF2469}" type="presOf" srcId="{F8453CC3-0971-4665-90C7-CCE4350E2DCF}" destId="{C3229A64-ACC2-4F71-B285-0D6CF79ACCAE}" srcOrd="0" destOrd="0" presId="urn:microsoft.com/office/officeart/2005/8/layout/vList5"/>
    <dgm:cxn modelId="{A65E2411-8442-4CBF-BE64-EC04AC56C435}" srcId="{B8338325-9FB2-4D18-AFB7-60D5875535F2}" destId="{A4B2C6BC-AAE4-47F9-8F28-786502DF7809}" srcOrd="2" destOrd="0" parTransId="{924FA309-454F-4F3C-97A4-7C83E27323AB}" sibTransId="{A626C4A8-D8A8-4049-95CE-DEFBB2BF3874}"/>
    <dgm:cxn modelId="{CCF4521E-56CF-47D6-9F41-93AD11F19176}" type="presOf" srcId="{B8338325-9FB2-4D18-AFB7-60D5875535F2}" destId="{47D0BE96-FFAF-475D-BC18-094FA08684BB}" srcOrd="0" destOrd="0" presId="urn:microsoft.com/office/officeart/2005/8/layout/vList5"/>
    <dgm:cxn modelId="{EE767AC8-F553-4039-B9D7-09F7B5BC6AC1}" srcId="{15034987-97F0-44D0-95BC-1679FEE0FD29}" destId="{2BF164C8-C05E-4CDE-944B-23A50D8C2A8E}" srcOrd="1" destOrd="0" parTransId="{AEBBB913-1CC5-4D4C-BC79-C7D69868D097}" sibTransId="{C196878A-9E7E-4190-A515-5B4A4A09E6B0}"/>
    <dgm:cxn modelId="{A11E111D-380A-457E-9F6D-919A542B6C92}" srcId="{F8453CC3-0971-4665-90C7-CCE4350E2DCF}" destId="{D8DE30D4-AEE5-4331-83CF-3CE332D6750A}" srcOrd="1" destOrd="0" parTransId="{07C00DC7-5AAD-4A1F-98A2-5A7A2E11D3B0}" sibTransId="{8D996166-7347-4A9E-B6C7-5E8DEFE182D1}"/>
    <dgm:cxn modelId="{C4DA68F8-4E4A-4508-8DE9-6F177C4EA872}" type="presOf" srcId="{2BF164C8-C05E-4CDE-944B-23A50D8C2A8E}" destId="{83E2EF6A-8A02-45E3-A515-8E6F1FA863B5}" srcOrd="0" destOrd="1" presId="urn:microsoft.com/office/officeart/2005/8/layout/vList5"/>
    <dgm:cxn modelId="{6C2424DE-2F87-42A0-887E-28F2C6D5169B}" type="presOf" srcId="{A4B2C6BC-AAE4-47F9-8F28-786502DF7809}" destId="{552D9BA7-D793-4112-93E5-9111F0E3950E}" srcOrd="0" destOrd="0" presId="urn:microsoft.com/office/officeart/2005/8/layout/vList5"/>
    <dgm:cxn modelId="{2B7D1636-212A-4FD4-A743-06DF22D2D5EA}" srcId="{B8338325-9FB2-4D18-AFB7-60D5875535F2}" destId="{F8453CC3-0971-4665-90C7-CCE4350E2DCF}" srcOrd="1" destOrd="0" parTransId="{54A75B31-9A8B-475C-8FB9-FC5BDDBBAF88}" sibTransId="{9AB1B5D4-6C3E-4BED-853A-797E9B132C68}"/>
    <dgm:cxn modelId="{300CB0A7-06FB-4993-BF03-F612BEF35FEB}" type="presOf" srcId="{24C7C3E7-73CF-432F-B297-866754888D11}" destId="{83E2EF6A-8A02-45E3-A515-8E6F1FA863B5}" srcOrd="0" destOrd="0" presId="urn:microsoft.com/office/officeart/2005/8/layout/vList5"/>
    <dgm:cxn modelId="{8AA5E72B-C160-44FC-BDC2-92A63B5A7404}" srcId="{B8338325-9FB2-4D18-AFB7-60D5875535F2}" destId="{15034987-97F0-44D0-95BC-1679FEE0FD29}" srcOrd="0" destOrd="0" parTransId="{C9E38134-5814-444A-B6A7-27434DEC69AD}" sibTransId="{5AD6CF4E-0F5F-4F92-9C06-747709AFDC63}"/>
    <dgm:cxn modelId="{FE7920EA-F17F-48E1-B51F-0CA06D60BAB6}" type="presOf" srcId="{15034987-97F0-44D0-95BC-1679FEE0FD29}" destId="{AA7FFC43-0147-4F09-9577-F12A0C8F1DBF}" srcOrd="0" destOrd="0" presId="urn:microsoft.com/office/officeart/2005/8/layout/vList5"/>
    <dgm:cxn modelId="{7E5C8EFB-B153-473C-BA65-3CE0D4F884AC}" type="presParOf" srcId="{47D0BE96-FFAF-475D-BC18-094FA08684BB}" destId="{AC8AEF90-FFBE-4AEE-8DE4-A3277628D6C6}" srcOrd="0" destOrd="0" presId="urn:microsoft.com/office/officeart/2005/8/layout/vList5"/>
    <dgm:cxn modelId="{0B2771B4-2726-4A6A-93C0-849BC60DDB68}" type="presParOf" srcId="{AC8AEF90-FFBE-4AEE-8DE4-A3277628D6C6}" destId="{AA7FFC43-0147-4F09-9577-F12A0C8F1DBF}" srcOrd="0" destOrd="0" presId="urn:microsoft.com/office/officeart/2005/8/layout/vList5"/>
    <dgm:cxn modelId="{B35ADC05-1C9F-4F03-861B-EA23CF98165A}" type="presParOf" srcId="{AC8AEF90-FFBE-4AEE-8DE4-A3277628D6C6}" destId="{83E2EF6A-8A02-45E3-A515-8E6F1FA863B5}" srcOrd="1" destOrd="0" presId="urn:microsoft.com/office/officeart/2005/8/layout/vList5"/>
    <dgm:cxn modelId="{891A3AE4-67D3-456E-B6B0-104F53DB4D28}" type="presParOf" srcId="{47D0BE96-FFAF-475D-BC18-094FA08684BB}" destId="{3E6E51D4-048C-4821-BB44-578EB04DE776}" srcOrd="1" destOrd="0" presId="urn:microsoft.com/office/officeart/2005/8/layout/vList5"/>
    <dgm:cxn modelId="{942EEDC3-7311-40EE-BC99-926F4E80A191}" type="presParOf" srcId="{47D0BE96-FFAF-475D-BC18-094FA08684BB}" destId="{F814444D-63F9-4330-91FD-692F78A01B16}" srcOrd="2" destOrd="0" presId="urn:microsoft.com/office/officeart/2005/8/layout/vList5"/>
    <dgm:cxn modelId="{5B6532AF-5955-4FB1-967F-1B49D435B52B}" type="presParOf" srcId="{F814444D-63F9-4330-91FD-692F78A01B16}" destId="{C3229A64-ACC2-4F71-B285-0D6CF79ACCAE}" srcOrd="0" destOrd="0" presId="urn:microsoft.com/office/officeart/2005/8/layout/vList5"/>
    <dgm:cxn modelId="{AFBD5194-5940-47FE-8E53-B96E0FED3900}" type="presParOf" srcId="{F814444D-63F9-4330-91FD-692F78A01B16}" destId="{51897150-A5D6-4554-B20B-74404B6C48BC}" srcOrd="1" destOrd="0" presId="urn:microsoft.com/office/officeart/2005/8/layout/vList5"/>
    <dgm:cxn modelId="{4FB6D01C-7FDC-44F4-B764-B90BCFAFEBC9}" type="presParOf" srcId="{47D0BE96-FFAF-475D-BC18-094FA08684BB}" destId="{12C5FA19-7B15-41F6-BAD6-82B943EEB85E}" srcOrd="3" destOrd="0" presId="urn:microsoft.com/office/officeart/2005/8/layout/vList5"/>
    <dgm:cxn modelId="{A82BD4B6-533F-4B64-A101-343324EA5AFC}" type="presParOf" srcId="{47D0BE96-FFAF-475D-BC18-094FA08684BB}" destId="{56F75DEC-7A8C-45CB-9EA8-2E5C21E318BD}" srcOrd="4" destOrd="0" presId="urn:microsoft.com/office/officeart/2005/8/layout/vList5"/>
    <dgm:cxn modelId="{18334E63-492E-49BA-B1A7-64FEC2CAAFD6}" type="presParOf" srcId="{56F75DEC-7A8C-45CB-9EA8-2E5C21E318BD}" destId="{552D9BA7-D793-4112-93E5-9111F0E3950E}" srcOrd="0" destOrd="0" presId="urn:microsoft.com/office/officeart/2005/8/layout/vList5"/>
    <dgm:cxn modelId="{DAE07CD7-AF64-4100-A7D8-6ADD83E46602}" type="presParOf" srcId="{56F75DEC-7A8C-45CB-9EA8-2E5C21E318BD}" destId="{1BD74697-26A7-4ECC-A453-696C22CE705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79B3B9C-EF65-4688-A8A1-3F9B374FA4D8}" type="doc">
      <dgm:prSet loTypeId="urn:microsoft.com/office/officeart/2005/8/layout/vList3#6" loCatId="list" qsTypeId="urn:microsoft.com/office/officeart/2005/8/quickstyle/simple1" qsCatId="simple" csTypeId="urn:microsoft.com/office/officeart/2005/8/colors/accent0_3" csCatId="mainScheme" phldr="1"/>
      <dgm:spPr/>
      <dgm:t>
        <a:bodyPr/>
        <a:lstStyle/>
        <a:p>
          <a:endParaRPr lang="en-US"/>
        </a:p>
      </dgm:t>
    </dgm:pt>
    <dgm:pt modelId="{E1ABD781-E0DA-433E-9DF6-1F8B612E1245}">
      <dgm:prSet custT="1"/>
      <dgm:spPr/>
      <dgm:t>
        <a:bodyPr/>
        <a:lstStyle/>
        <a:p>
          <a:pPr rtl="0"/>
          <a:r>
            <a:rPr lang="en-US" sz="2100" dirty="0" smtClean="0">
              <a:latin typeface="Cambria" panose="02040503050406030204" pitchFamily="18" charset="0"/>
            </a:rPr>
            <a:t>it is relatively </a:t>
          </a:r>
          <a:r>
            <a:rPr lang="en-US" sz="2100" b="1" i="1" dirty="0" smtClean="0">
              <a:latin typeface="Cambria" panose="02040503050406030204" pitchFamily="18" charset="0"/>
            </a:rPr>
            <a:t>permanent</a:t>
          </a:r>
          <a:r>
            <a:rPr lang="en-US" sz="2100" dirty="0" smtClean="0">
              <a:latin typeface="Cambria" panose="02040503050406030204" pitchFamily="18" charset="0"/>
            </a:rPr>
            <a:t> and can hold </a:t>
          </a:r>
          <a:r>
            <a:rPr lang="en-US" sz="2100" b="1" i="1" dirty="0" smtClean="0">
              <a:latin typeface="Cambria" panose="02040503050406030204" pitchFamily="18" charset="0"/>
            </a:rPr>
            <a:t>large quantities</a:t>
          </a:r>
          <a:r>
            <a:rPr lang="en-US" sz="2100" dirty="0" smtClean="0">
              <a:latin typeface="Cambria" panose="02040503050406030204" pitchFamily="18" charset="0"/>
            </a:rPr>
            <a:t> of data. Its </a:t>
          </a:r>
          <a:r>
            <a:rPr lang="en-US" sz="2100" b="1" i="1" dirty="0" smtClean="0">
              <a:latin typeface="Cambria" panose="02040503050406030204" pitchFamily="18" charset="0"/>
            </a:rPr>
            <a:t>access time is slow </a:t>
          </a:r>
          <a:r>
            <a:rPr lang="en-US" sz="2100" dirty="0" smtClean="0">
              <a:latin typeface="Cambria" panose="02040503050406030204" pitchFamily="18" charset="0"/>
            </a:rPr>
            <a:t>compared with that of main memory and magnetic disk.  provide the bulk of secondary storage for modern computer system.</a:t>
          </a:r>
          <a:endParaRPr lang="en-US" sz="2100" dirty="0">
            <a:latin typeface="Cambria" panose="02040503050406030204" pitchFamily="18" charset="0"/>
          </a:endParaRPr>
        </a:p>
      </dgm:t>
    </dgm:pt>
    <dgm:pt modelId="{3A44F15D-E4E1-4300-971C-71E87DDE0095}" type="parTrans" cxnId="{8B78586D-0305-4EA2-A035-ADAF858046F4}">
      <dgm:prSet/>
      <dgm:spPr/>
      <dgm:t>
        <a:bodyPr/>
        <a:lstStyle/>
        <a:p>
          <a:endParaRPr lang="en-US"/>
        </a:p>
      </dgm:t>
    </dgm:pt>
    <dgm:pt modelId="{FD6B26F1-E60C-450A-B1D0-91955D9337A4}" type="sibTrans" cxnId="{8B78586D-0305-4EA2-A035-ADAF858046F4}">
      <dgm:prSet/>
      <dgm:spPr/>
      <dgm:t>
        <a:bodyPr/>
        <a:lstStyle/>
        <a:p>
          <a:endParaRPr lang="en-US"/>
        </a:p>
      </dgm:t>
    </dgm:pt>
    <dgm:pt modelId="{EB055561-3C4B-4FFE-8CB1-3420F84912EC}">
      <dgm:prSet custT="1"/>
      <dgm:spPr/>
      <dgm:t>
        <a:bodyPr/>
        <a:lstStyle/>
        <a:p>
          <a:pPr rtl="0"/>
          <a:r>
            <a:rPr lang="en-US" sz="2000" b="1" i="1" dirty="0" smtClean="0">
              <a:latin typeface="Cambria" panose="02040503050406030204" pitchFamily="18" charset="0"/>
            </a:rPr>
            <a:t>disk platter: </a:t>
          </a:r>
          <a:r>
            <a:rPr lang="en-US" sz="2000" dirty="0" smtClean="0">
              <a:latin typeface="Cambria" panose="02040503050406030204" pitchFamily="18" charset="0"/>
            </a:rPr>
            <a:t>has a flat circular shape, like a CD. The two surfaces of a platter are covered with a magnetic material.  We store information by recording it magnetically on the platters. </a:t>
          </a:r>
          <a:endParaRPr lang="en-US" sz="2000" dirty="0">
            <a:latin typeface="Cambria" panose="02040503050406030204" pitchFamily="18" charset="0"/>
          </a:endParaRPr>
        </a:p>
      </dgm:t>
    </dgm:pt>
    <dgm:pt modelId="{003AFA60-7685-4073-9906-D43C543DCFDD}" type="parTrans" cxnId="{F0C10E1C-C98A-4974-BC86-DBDC273CEE85}">
      <dgm:prSet/>
      <dgm:spPr/>
      <dgm:t>
        <a:bodyPr/>
        <a:lstStyle/>
        <a:p>
          <a:endParaRPr lang="en-US"/>
        </a:p>
      </dgm:t>
    </dgm:pt>
    <dgm:pt modelId="{C1FA1537-7997-42A7-839D-DD137B437065}" type="sibTrans" cxnId="{F0C10E1C-C98A-4974-BC86-DBDC273CEE85}">
      <dgm:prSet/>
      <dgm:spPr/>
      <dgm:t>
        <a:bodyPr/>
        <a:lstStyle/>
        <a:p>
          <a:endParaRPr lang="en-US"/>
        </a:p>
      </dgm:t>
    </dgm:pt>
    <dgm:pt modelId="{BF8C543D-A396-497C-9D7E-44FA81091FE5}">
      <dgm:prSet custT="1"/>
      <dgm:spPr/>
      <dgm:t>
        <a:bodyPr/>
        <a:lstStyle/>
        <a:p>
          <a:pPr rtl="0"/>
          <a:r>
            <a:rPr lang="en-US" sz="2100" dirty="0" smtClean="0">
              <a:latin typeface="Cambria" panose="02040503050406030204" pitchFamily="18" charset="0"/>
            </a:rPr>
            <a:t>The surface of a platter is logically divided into circular </a:t>
          </a:r>
          <a:r>
            <a:rPr lang="en-US" sz="2100" b="1" i="1" dirty="0" smtClean="0">
              <a:latin typeface="Cambria" panose="02040503050406030204" pitchFamily="18" charset="0"/>
            </a:rPr>
            <a:t>tracks</a:t>
          </a:r>
          <a:r>
            <a:rPr lang="en-US" sz="2100" dirty="0" smtClean="0">
              <a:latin typeface="Cambria" panose="02040503050406030204" pitchFamily="18" charset="0"/>
            </a:rPr>
            <a:t> which are subdivided into </a:t>
          </a:r>
          <a:r>
            <a:rPr lang="en-US" sz="2100" b="1" i="1" dirty="0" smtClean="0">
              <a:latin typeface="Cambria" panose="02040503050406030204" pitchFamily="18" charset="0"/>
            </a:rPr>
            <a:t>sectors</a:t>
          </a:r>
          <a:r>
            <a:rPr lang="en-US" sz="2100" dirty="0" smtClean="0">
              <a:latin typeface="Cambria" panose="02040503050406030204" pitchFamily="18" charset="0"/>
            </a:rPr>
            <a:t>. The set of tracks that are at one arm position makes up a </a:t>
          </a:r>
          <a:r>
            <a:rPr lang="en-US" sz="2100" b="1" i="1" dirty="0" smtClean="0">
              <a:latin typeface="Cambria" panose="02040503050406030204" pitchFamily="18" charset="0"/>
            </a:rPr>
            <a:t>cylinder</a:t>
          </a:r>
          <a:r>
            <a:rPr lang="en-US" sz="2100" dirty="0" smtClean="0">
              <a:latin typeface="Cambria" panose="02040503050406030204" pitchFamily="18" charset="0"/>
            </a:rPr>
            <a:t>.</a:t>
          </a:r>
          <a:endParaRPr lang="en-US" sz="2100" dirty="0">
            <a:latin typeface="Cambria" panose="02040503050406030204" pitchFamily="18" charset="0"/>
          </a:endParaRPr>
        </a:p>
      </dgm:t>
    </dgm:pt>
    <dgm:pt modelId="{61009CFD-DE96-4C10-B9E3-ABE3524F6FD2}" type="parTrans" cxnId="{08FFFCEE-1E60-41A6-B29E-CB5D352808B3}">
      <dgm:prSet/>
      <dgm:spPr/>
      <dgm:t>
        <a:bodyPr/>
        <a:lstStyle/>
        <a:p>
          <a:endParaRPr lang="en-US"/>
        </a:p>
      </dgm:t>
    </dgm:pt>
    <dgm:pt modelId="{B17AC1E9-15B0-499A-97B6-5B1B09C207C6}" type="sibTrans" cxnId="{08FFFCEE-1E60-41A6-B29E-CB5D352808B3}">
      <dgm:prSet/>
      <dgm:spPr/>
      <dgm:t>
        <a:bodyPr/>
        <a:lstStyle/>
        <a:p>
          <a:endParaRPr lang="en-US"/>
        </a:p>
      </dgm:t>
    </dgm:pt>
    <dgm:pt modelId="{68E6DF14-CEB1-4349-B168-10D4C7FCCAA3}" type="pres">
      <dgm:prSet presAssocID="{679B3B9C-EF65-4688-A8A1-3F9B374FA4D8}" presName="linearFlow" presStyleCnt="0">
        <dgm:presLayoutVars>
          <dgm:dir/>
          <dgm:resizeHandles val="exact"/>
        </dgm:presLayoutVars>
      </dgm:prSet>
      <dgm:spPr/>
      <dgm:t>
        <a:bodyPr/>
        <a:lstStyle/>
        <a:p>
          <a:endParaRPr lang="en-US"/>
        </a:p>
      </dgm:t>
    </dgm:pt>
    <dgm:pt modelId="{38958309-9269-40E3-B375-7ECD1216CEA6}" type="pres">
      <dgm:prSet presAssocID="{E1ABD781-E0DA-433E-9DF6-1F8B612E1245}" presName="composite" presStyleCnt="0"/>
      <dgm:spPr/>
    </dgm:pt>
    <dgm:pt modelId="{BEB6E177-397A-437A-9AC7-2C0CA09182C5}" type="pres">
      <dgm:prSet presAssocID="{E1ABD781-E0DA-433E-9DF6-1F8B612E1245}" presName="imgShp" presStyleLbl="fgImgPlace1" presStyleIdx="0" presStyleCnt="3"/>
      <dgm:spPr/>
    </dgm:pt>
    <dgm:pt modelId="{4BAAC5CF-3032-437E-A2CF-927F79143250}" type="pres">
      <dgm:prSet presAssocID="{E1ABD781-E0DA-433E-9DF6-1F8B612E1245}" presName="txShp" presStyleLbl="node1" presStyleIdx="0" presStyleCnt="3">
        <dgm:presLayoutVars>
          <dgm:bulletEnabled val="1"/>
        </dgm:presLayoutVars>
      </dgm:prSet>
      <dgm:spPr/>
      <dgm:t>
        <a:bodyPr/>
        <a:lstStyle/>
        <a:p>
          <a:endParaRPr lang="en-US"/>
        </a:p>
      </dgm:t>
    </dgm:pt>
    <dgm:pt modelId="{29A49CF3-C700-4E59-8C0A-E8EC6888008F}" type="pres">
      <dgm:prSet presAssocID="{FD6B26F1-E60C-450A-B1D0-91955D9337A4}" presName="spacing" presStyleCnt="0"/>
      <dgm:spPr/>
    </dgm:pt>
    <dgm:pt modelId="{3FD76896-0574-4A56-93F5-6A5C1E19D124}" type="pres">
      <dgm:prSet presAssocID="{EB055561-3C4B-4FFE-8CB1-3420F84912EC}" presName="composite" presStyleCnt="0"/>
      <dgm:spPr/>
    </dgm:pt>
    <dgm:pt modelId="{7D048C3A-25B5-4AB4-ADAA-D9CDC1B3BFF0}" type="pres">
      <dgm:prSet presAssocID="{EB055561-3C4B-4FFE-8CB1-3420F84912EC}" presName="imgShp" presStyleLbl="fgImgPlace1" presStyleIdx="1" presStyleCnt="3"/>
      <dgm:spPr/>
    </dgm:pt>
    <dgm:pt modelId="{935C4221-CC5B-4A4B-8BF9-879DB21D1B1C}" type="pres">
      <dgm:prSet presAssocID="{EB055561-3C4B-4FFE-8CB1-3420F84912EC}" presName="txShp" presStyleLbl="node1" presStyleIdx="1" presStyleCnt="3">
        <dgm:presLayoutVars>
          <dgm:bulletEnabled val="1"/>
        </dgm:presLayoutVars>
      </dgm:prSet>
      <dgm:spPr/>
      <dgm:t>
        <a:bodyPr/>
        <a:lstStyle/>
        <a:p>
          <a:endParaRPr lang="en-US"/>
        </a:p>
      </dgm:t>
    </dgm:pt>
    <dgm:pt modelId="{36202062-CC0F-4CA0-9DFB-49A09C98C1D2}" type="pres">
      <dgm:prSet presAssocID="{C1FA1537-7997-42A7-839D-DD137B437065}" presName="spacing" presStyleCnt="0"/>
      <dgm:spPr/>
    </dgm:pt>
    <dgm:pt modelId="{3036C38D-FC5F-4413-BF6F-939C4371C401}" type="pres">
      <dgm:prSet presAssocID="{BF8C543D-A396-497C-9D7E-44FA81091FE5}" presName="composite" presStyleCnt="0"/>
      <dgm:spPr/>
    </dgm:pt>
    <dgm:pt modelId="{743A19A2-15D5-4CD4-8B0C-7988B9FFD5A1}" type="pres">
      <dgm:prSet presAssocID="{BF8C543D-A396-497C-9D7E-44FA81091FE5}" presName="imgShp" presStyleLbl="fgImgPlace1" presStyleIdx="2" presStyleCnt="3"/>
      <dgm:spPr/>
    </dgm:pt>
    <dgm:pt modelId="{BFB54FB0-88F6-4E5F-A314-759878684DF9}" type="pres">
      <dgm:prSet presAssocID="{BF8C543D-A396-497C-9D7E-44FA81091FE5}" presName="txShp" presStyleLbl="node1" presStyleIdx="2" presStyleCnt="3">
        <dgm:presLayoutVars>
          <dgm:bulletEnabled val="1"/>
        </dgm:presLayoutVars>
      </dgm:prSet>
      <dgm:spPr/>
      <dgm:t>
        <a:bodyPr/>
        <a:lstStyle/>
        <a:p>
          <a:endParaRPr lang="en-US"/>
        </a:p>
      </dgm:t>
    </dgm:pt>
  </dgm:ptLst>
  <dgm:cxnLst>
    <dgm:cxn modelId="{08FFFCEE-1E60-41A6-B29E-CB5D352808B3}" srcId="{679B3B9C-EF65-4688-A8A1-3F9B374FA4D8}" destId="{BF8C543D-A396-497C-9D7E-44FA81091FE5}" srcOrd="2" destOrd="0" parTransId="{61009CFD-DE96-4C10-B9E3-ABE3524F6FD2}" sibTransId="{B17AC1E9-15B0-499A-97B6-5B1B09C207C6}"/>
    <dgm:cxn modelId="{2BBAA2AF-A214-4E6E-BF67-DA7FC964F07B}" type="presOf" srcId="{BF8C543D-A396-497C-9D7E-44FA81091FE5}" destId="{BFB54FB0-88F6-4E5F-A314-759878684DF9}" srcOrd="0" destOrd="0" presId="urn:microsoft.com/office/officeart/2005/8/layout/vList3#6"/>
    <dgm:cxn modelId="{F0C10E1C-C98A-4974-BC86-DBDC273CEE85}" srcId="{679B3B9C-EF65-4688-A8A1-3F9B374FA4D8}" destId="{EB055561-3C4B-4FFE-8CB1-3420F84912EC}" srcOrd="1" destOrd="0" parTransId="{003AFA60-7685-4073-9906-D43C543DCFDD}" sibTransId="{C1FA1537-7997-42A7-839D-DD137B437065}"/>
    <dgm:cxn modelId="{EAF9CC30-AED2-4233-BB94-BA6F9CAC5B0A}" type="presOf" srcId="{E1ABD781-E0DA-433E-9DF6-1F8B612E1245}" destId="{4BAAC5CF-3032-437E-A2CF-927F79143250}" srcOrd="0" destOrd="0" presId="urn:microsoft.com/office/officeart/2005/8/layout/vList3#6"/>
    <dgm:cxn modelId="{2AA8B4AC-0717-4C61-BC14-F6D8C0058FE7}" type="presOf" srcId="{679B3B9C-EF65-4688-A8A1-3F9B374FA4D8}" destId="{68E6DF14-CEB1-4349-B168-10D4C7FCCAA3}" srcOrd="0" destOrd="0" presId="urn:microsoft.com/office/officeart/2005/8/layout/vList3#6"/>
    <dgm:cxn modelId="{DF7DBD19-A4E8-42E7-9612-50653959E94B}" type="presOf" srcId="{EB055561-3C4B-4FFE-8CB1-3420F84912EC}" destId="{935C4221-CC5B-4A4B-8BF9-879DB21D1B1C}" srcOrd="0" destOrd="0" presId="urn:microsoft.com/office/officeart/2005/8/layout/vList3#6"/>
    <dgm:cxn modelId="{8B78586D-0305-4EA2-A035-ADAF858046F4}" srcId="{679B3B9C-EF65-4688-A8A1-3F9B374FA4D8}" destId="{E1ABD781-E0DA-433E-9DF6-1F8B612E1245}" srcOrd="0" destOrd="0" parTransId="{3A44F15D-E4E1-4300-971C-71E87DDE0095}" sibTransId="{FD6B26F1-E60C-450A-B1D0-91955D9337A4}"/>
    <dgm:cxn modelId="{5EAB16F6-97A2-4F60-869A-D0DAB421015F}" type="presParOf" srcId="{68E6DF14-CEB1-4349-B168-10D4C7FCCAA3}" destId="{38958309-9269-40E3-B375-7ECD1216CEA6}" srcOrd="0" destOrd="0" presId="urn:microsoft.com/office/officeart/2005/8/layout/vList3#6"/>
    <dgm:cxn modelId="{69240ABA-69C4-4F5C-B8BF-F9FAC0E9B71E}" type="presParOf" srcId="{38958309-9269-40E3-B375-7ECD1216CEA6}" destId="{BEB6E177-397A-437A-9AC7-2C0CA09182C5}" srcOrd="0" destOrd="0" presId="urn:microsoft.com/office/officeart/2005/8/layout/vList3#6"/>
    <dgm:cxn modelId="{4363EEDA-B8AD-491B-A2AC-97B3DAE97282}" type="presParOf" srcId="{38958309-9269-40E3-B375-7ECD1216CEA6}" destId="{4BAAC5CF-3032-437E-A2CF-927F79143250}" srcOrd="1" destOrd="0" presId="urn:microsoft.com/office/officeart/2005/8/layout/vList3#6"/>
    <dgm:cxn modelId="{065E7156-2496-47E6-A958-418CBF6A0112}" type="presParOf" srcId="{68E6DF14-CEB1-4349-B168-10D4C7FCCAA3}" destId="{29A49CF3-C700-4E59-8C0A-E8EC6888008F}" srcOrd="1" destOrd="0" presId="urn:microsoft.com/office/officeart/2005/8/layout/vList3#6"/>
    <dgm:cxn modelId="{E8F6CFDF-B2C0-4B61-A431-6C311845E9A8}" type="presParOf" srcId="{68E6DF14-CEB1-4349-B168-10D4C7FCCAA3}" destId="{3FD76896-0574-4A56-93F5-6A5C1E19D124}" srcOrd="2" destOrd="0" presId="urn:microsoft.com/office/officeart/2005/8/layout/vList3#6"/>
    <dgm:cxn modelId="{569C0842-922C-43BA-B294-73C7B2AB20BD}" type="presParOf" srcId="{3FD76896-0574-4A56-93F5-6A5C1E19D124}" destId="{7D048C3A-25B5-4AB4-ADAA-D9CDC1B3BFF0}" srcOrd="0" destOrd="0" presId="urn:microsoft.com/office/officeart/2005/8/layout/vList3#6"/>
    <dgm:cxn modelId="{452FB240-3484-47A4-B9A8-8D32FB3C5958}" type="presParOf" srcId="{3FD76896-0574-4A56-93F5-6A5C1E19D124}" destId="{935C4221-CC5B-4A4B-8BF9-879DB21D1B1C}" srcOrd="1" destOrd="0" presId="urn:microsoft.com/office/officeart/2005/8/layout/vList3#6"/>
    <dgm:cxn modelId="{D0713844-5F50-4660-8211-3EFCB732C3CB}" type="presParOf" srcId="{68E6DF14-CEB1-4349-B168-10D4C7FCCAA3}" destId="{36202062-CC0F-4CA0-9DFB-49A09C98C1D2}" srcOrd="3" destOrd="0" presId="urn:microsoft.com/office/officeart/2005/8/layout/vList3#6"/>
    <dgm:cxn modelId="{0CF10347-D117-469C-8DC9-05F8B6B07205}" type="presParOf" srcId="{68E6DF14-CEB1-4349-B168-10D4C7FCCAA3}" destId="{3036C38D-FC5F-4413-BF6F-939C4371C401}" srcOrd="4" destOrd="0" presId="urn:microsoft.com/office/officeart/2005/8/layout/vList3#6"/>
    <dgm:cxn modelId="{B5AEE008-E611-4B40-A807-8DA999E28E4D}" type="presParOf" srcId="{3036C38D-FC5F-4413-BF6F-939C4371C401}" destId="{743A19A2-15D5-4CD4-8B0C-7988B9FFD5A1}" srcOrd="0" destOrd="0" presId="urn:microsoft.com/office/officeart/2005/8/layout/vList3#6"/>
    <dgm:cxn modelId="{F4EE878F-8D89-4E4A-87CF-E528E0481D71}" type="presParOf" srcId="{3036C38D-FC5F-4413-BF6F-939C4371C401}" destId="{BFB54FB0-88F6-4E5F-A314-759878684DF9}" srcOrd="1" destOrd="0" presId="urn:microsoft.com/office/officeart/2005/8/layout/vList3#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8D03E54-4AE1-4AB6-A2DA-16C8EAAB5C0A}" type="doc">
      <dgm:prSet loTypeId="urn:microsoft.com/office/officeart/2005/8/layout/vList4#2" loCatId="list" qsTypeId="urn:microsoft.com/office/officeart/2005/8/quickstyle/simple1" qsCatId="simple" csTypeId="urn:microsoft.com/office/officeart/2005/8/colors/accent0_3" csCatId="mainScheme" phldr="1"/>
      <dgm:spPr/>
      <dgm:t>
        <a:bodyPr/>
        <a:lstStyle/>
        <a:p>
          <a:endParaRPr lang="en-US"/>
        </a:p>
      </dgm:t>
    </dgm:pt>
    <dgm:pt modelId="{30229523-8524-4167-A12B-E53C81134D4B}">
      <dgm:prSet custT="1"/>
      <dgm:spPr/>
      <dgm:t>
        <a:bodyPr/>
        <a:lstStyle/>
        <a:p>
          <a:pPr rtl="0"/>
          <a:r>
            <a:rPr lang="en-US" sz="2100" dirty="0" smtClean="0">
              <a:latin typeface="Cambria" panose="02040503050406030204" pitchFamily="18" charset="0"/>
            </a:rPr>
            <a:t>Disk speed has two parts. </a:t>
          </a:r>
          <a:endParaRPr lang="en-US" sz="2100" dirty="0">
            <a:latin typeface="Cambria" panose="02040503050406030204" pitchFamily="18" charset="0"/>
          </a:endParaRPr>
        </a:p>
      </dgm:t>
    </dgm:pt>
    <dgm:pt modelId="{9655FFE4-5E5A-4331-AA1B-7F1819FBB33E}" type="parTrans" cxnId="{3E959C73-1E50-485C-99B8-AC67A4ACD19F}">
      <dgm:prSet/>
      <dgm:spPr/>
      <dgm:t>
        <a:bodyPr/>
        <a:lstStyle/>
        <a:p>
          <a:endParaRPr lang="en-US"/>
        </a:p>
      </dgm:t>
    </dgm:pt>
    <dgm:pt modelId="{8ED51078-33BF-4C74-87A6-B470A209B71A}" type="sibTrans" cxnId="{3E959C73-1E50-485C-99B8-AC67A4ACD19F}">
      <dgm:prSet/>
      <dgm:spPr/>
      <dgm:t>
        <a:bodyPr/>
        <a:lstStyle/>
        <a:p>
          <a:endParaRPr lang="en-US"/>
        </a:p>
      </dgm:t>
    </dgm:pt>
    <dgm:pt modelId="{BE1E0D0E-0375-46D5-99B0-E046AACA412C}">
      <dgm:prSet custT="1"/>
      <dgm:spPr/>
      <dgm:t>
        <a:bodyPr/>
        <a:lstStyle/>
        <a:p>
          <a:pPr rtl="0"/>
          <a:r>
            <a:rPr lang="en-US" sz="2100" b="1" i="1" dirty="0" smtClean="0">
              <a:latin typeface="Cambria" panose="02040503050406030204" pitchFamily="18" charset="0"/>
            </a:rPr>
            <a:t>transfer rate: </a:t>
          </a:r>
          <a:r>
            <a:rPr lang="en-US" sz="2100" dirty="0" smtClean="0">
              <a:latin typeface="Cambria" panose="02040503050406030204" pitchFamily="18" charset="0"/>
            </a:rPr>
            <a:t>is the rate at which data flow between the drive and the computer.</a:t>
          </a:r>
          <a:endParaRPr lang="en-US" sz="2100" dirty="0">
            <a:latin typeface="Cambria" panose="02040503050406030204" pitchFamily="18" charset="0"/>
          </a:endParaRPr>
        </a:p>
      </dgm:t>
    </dgm:pt>
    <dgm:pt modelId="{3B69DDBD-D6CB-4B39-BB92-953DFED0F20A}" type="parTrans" cxnId="{DAF5EDC8-163D-4813-B298-055E4D6CFE63}">
      <dgm:prSet/>
      <dgm:spPr/>
      <dgm:t>
        <a:bodyPr/>
        <a:lstStyle/>
        <a:p>
          <a:endParaRPr lang="en-US"/>
        </a:p>
      </dgm:t>
    </dgm:pt>
    <dgm:pt modelId="{4DD34225-314E-4282-AF81-D65D8BE1556D}" type="sibTrans" cxnId="{DAF5EDC8-163D-4813-B298-055E4D6CFE63}">
      <dgm:prSet/>
      <dgm:spPr/>
      <dgm:t>
        <a:bodyPr/>
        <a:lstStyle/>
        <a:p>
          <a:endParaRPr lang="en-US"/>
        </a:p>
      </dgm:t>
    </dgm:pt>
    <dgm:pt modelId="{37DEDB71-3983-4CFD-A4D3-385A52272DF3}">
      <dgm:prSet custT="1"/>
      <dgm:spPr/>
      <dgm:t>
        <a:bodyPr/>
        <a:lstStyle/>
        <a:p>
          <a:pPr rtl="0"/>
          <a:r>
            <a:rPr lang="en-US" sz="2100" b="1" i="1" dirty="0" smtClean="0">
              <a:latin typeface="Cambria" panose="02040503050406030204" pitchFamily="18" charset="0"/>
            </a:rPr>
            <a:t>positioning time / Seek time</a:t>
          </a:r>
          <a:r>
            <a:rPr lang="en-US" sz="2100" dirty="0" smtClean="0">
              <a:latin typeface="Cambria" panose="02040503050406030204" pitchFamily="18" charset="0"/>
            </a:rPr>
            <a:t>:  sometimes called  random access time the consists of the time necessary to move the disk arm to the desired cylinder. </a:t>
          </a:r>
          <a:endParaRPr lang="en-US" sz="2100" dirty="0">
            <a:latin typeface="Cambria" panose="02040503050406030204" pitchFamily="18" charset="0"/>
          </a:endParaRPr>
        </a:p>
      </dgm:t>
    </dgm:pt>
    <dgm:pt modelId="{18868D4F-A7D4-4AA3-99D1-A8B8334397B9}" type="parTrans" cxnId="{F6656F62-5E66-465B-AC9D-6A2DDF7D8B7B}">
      <dgm:prSet/>
      <dgm:spPr/>
      <dgm:t>
        <a:bodyPr/>
        <a:lstStyle/>
        <a:p>
          <a:endParaRPr lang="en-US"/>
        </a:p>
      </dgm:t>
    </dgm:pt>
    <dgm:pt modelId="{29DBCFA0-3F2F-4BB9-9487-FB432E9512D0}" type="sibTrans" cxnId="{F6656F62-5E66-465B-AC9D-6A2DDF7D8B7B}">
      <dgm:prSet/>
      <dgm:spPr/>
      <dgm:t>
        <a:bodyPr/>
        <a:lstStyle/>
        <a:p>
          <a:endParaRPr lang="en-US"/>
        </a:p>
      </dgm:t>
    </dgm:pt>
    <dgm:pt modelId="{7E48C05E-21A4-4971-AB3E-862085030D67}">
      <dgm:prSet custT="1"/>
      <dgm:spPr/>
      <dgm:t>
        <a:bodyPr/>
        <a:lstStyle/>
        <a:p>
          <a:pPr rtl="0"/>
          <a:r>
            <a:rPr lang="en-US" sz="2100" b="1" i="1" dirty="0" smtClean="0">
              <a:latin typeface="Cambria" panose="02040503050406030204" pitchFamily="18" charset="0"/>
            </a:rPr>
            <a:t>rotation latency:</a:t>
          </a:r>
          <a:endParaRPr lang="en-US" sz="2100" b="1" i="1" dirty="0">
            <a:latin typeface="Cambria" panose="02040503050406030204" pitchFamily="18" charset="0"/>
          </a:endParaRPr>
        </a:p>
      </dgm:t>
    </dgm:pt>
    <dgm:pt modelId="{58E8F202-7346-4AFE-B145-3706A764A677}" type="parTrans" cxnId="{738C3170-80EC-4107-BABF-8B20ACF00C27}">
      <dgm:prSet/>
      <dgm:spPr/>
      <dgm:t>
        <a:bodyPr/>
        <a:lstStyle/>
        <a:p>
          <a:endParaRPr lang="en-US"/>
        </a:p>
      </dgm:t>
    </dgm:pt>
    <dgm:pt modelId="{088F1499-7F4F-420A-A6A1-A9391D85A82D}" type="sibTrans" cxnId="{738C3170-80EC-4107-BABF-8B20ACF00C27}">
      <dgm:prSet/>
      <dgm:spPr/>
      <dgm:t>
        <a:bodyPr/>
        <a:lstStyle/>
        <a:p>
          <a:endParaRPr lang="en-US"/>
        </a:p>
      </dgm:t>
    </dgm:pt>
    <dgm:pt modelId="{A5495C13-4909-4B22-8C44-09D65B91ADCE}">
      <dgm:prSet custT="1"/>
      <dgm:spPr/>
      <dgm:t>
        <a:bodyPr/>
        <a:lstStyle/>
        <a:p>
          <a:pPr rtl="0"/>
          <a:r>
            <a:rPr lang="en-US" sz="2100" dirty="0" smtClean="0">
              <a:latin typeface="Cambria" panose="02040503050406030204" pitchFamily="18" charset="0"/>
            </a:rPr>
            <a:t>the time necessary for the desired sector to rotate to the disk head.</a:t>
          </a:r>
          <a:endParaRPr lang="en-US" sz="2100" dirty="0">
            <a:latin typeface="Cambria" panose="02040503050406030204" pitchFamily="18" charset="0"/>
          </a:endParaRPr>
        </a:p>
      </dgm:t>
    </dgm:pt>
    <dgm:pt modelId="{C4D07D0C-3716-41F6-8B1B-43DCD8C83A50}" type="sibTrans" cxnId="{4415F3F6-FECD-484C-8105-E6C39483EB33}">
      <dgm:prSet/>
      <dgm:spPr/>
      <dgm:t>
        <a:bodyPr/>
        <a:lstStyle/>
        <a:p>
          <a:endParaRPr lang="en-US"/>
        </a:p>
      </dgm:t>
    </dgm:pt>
    <dgm:pt modelId="{A21669D9-DAC2-4283-81C4-0093F3E5F7D1}" type="parTrans" cxnId="{4415F3F6-FECD-484C-8105-E6C39483EB33}">
      <dgm:prSet/>
      <dgm:spPr/>
      <dgm:t>
        <a:bodyPr/>
        <a:lstStyle/>
        <a:p>
          <a:endParaRPr lang="en-US"/>
        </a:p>
      </dgm:t>
    </dgm:pt>
    <dgm:pt modelId="{8BAE661E-63A8-49A4-A6F7-20A8B5F020DE}">
      <dgm:prSet custT="1"/>
      <dgm:spPr/>
      <dgm:t>
        <a:bodyPr/>
        <a:lstStyle/>
        <a:p>
          <a:pPr rtl="0"/>
          <a:endParaRPr lang="en-US" sz="2100" dirty="0">
            <a:latin typeface="Cambria" panose="02040503050406030204" pitchFamily="18" charset="0"/>
          </a:endParaRPr>
        </a:p>
      </dgm:t>
    </dgm:pt>
    <dgm:pt modelId="{E8D420DE-B58E-41FD-A24C-97E9062F4262}" type="parTrans" cxnId="{CBF93195-D9B2-4886-BE9B-7C14A806A89C}">
      <dgm:prSet/>
      <dgm:spPr/>
      <dgm:t>
        <a:bodyPr/>
        <a:lstStyle/>
        <a:p>
          <a:endParaRPr lang="en-US"/>
        </a:p>
      </dgm:t>
    </dgm:pt>
    <dgm:pt modelId="{6826BF30-3817-4438-ABDD-3D4ACCCA2A4C}" type="sibTrans" cxnId="{CBF93195-D9B2-4886-BE9B-7C14A806A89C}">
      <dgm:prSet/>
      <dgm:spPr/>
      <dgm:t>
        <a:bodyPr/>
        <a:lstStyle/>
        <a:p>
          <a:endParaRPr lang="en-US"/>
        </a:p>
      </dgm:t>
    </dgm:pt>
    <dgm:pt modelId="{2173A964-BA8D-414C-A82A-347E2FDCB377}" type="pres">
      <dgm:prSet presAssocID="{98D03E54-4AE1-4AB6-A2DA-16C8EAAB5C0A}" presName="linear" presStyleCnt="0">
        <dgm:presLayoutVars>
          <dgm:dir/>
          <dgm:resizeHandles val="exact"/>
        </dgm:presLayoutVars>
      </dgm:prSet>
      <dgm:spPr/>
      <dgm:t>
        <a:bodyPr/>
        <a:lstStyle/>
        <a:p>
          <a:endParaRPr lang="en-US"/>
        </a:p>
      </dgm:t>
    </dgm:pt>
    <dgm:pt modelId="{0805CCF5-3484-4ED0-A904-9C00BB88AA7F}" type="pres">
      <dgm:prSet presAssocID="{30229523-8524-4167-A12B-E53C81134D4B}" presName="comp" presStyleCnt="0"/>
      <dgm:spPr/>
    </dgm:pt>
    <dgm:pt modelId="{53AA4A45-2E67-49BB-BC54-370CCC38B864}" type="pres">
      <dgm:prSet presAssocID="{30229523-8524-4167-A12B-E53C81134D4B}" presName="box" presStyleLbl="node1" presStyleIdx="0" presStyleCnt="2" custScaleY="82489"/>
      <dgm:spPr/>
      <dgm:t>
        <a:bodyPr/>
        <a:lstStyle/>
        <a:p>
          <a:endParaRPr lang="en-US"/>
        </a:p>
      </dgm:t>
    </dgm:pt>
    <dgm:pt modelId="{742FF790-591E-4335-96F4-38C3283B74C8}" type="pres">
      <dgm:prSet presAssocID="{30229523-8524-4167-A12B-E53C81134D4B}" presName="img" presStyleLbl="fgImgPlace1" presStyleIdx="0" presStyleCnt="2" custScaleY="81819"/>
      <dgm:spPr/>
    </dgm:pt>
    <dgm:pt modelId="{23D2B710-12BF-4464-8E10-3E54DC853829}" type="pres">
      <dgm:prSet presAssocID="{30229523-8524-4167-A12B-E53C81134D4B}" presName="text" presStyleLbl="node1" presStyleIdx="0" presStyleCnt="2">
        <dgm:presLayoutVars>
          <dgm:bulletEnabled val="1"/>
        </dgm:presLayoutVars>
      </dgm:prSet>
      <dgm:spPr/>
      <dgm:t>
        <a:bodyPr/>
        <a:lstStyle/>
        <a:p>
          <a:endParaRPr lang="en-US"/>
        </a:p>
      </dgm:t>
    </dgm:pt>
    <dgm:pt modelId="{EBD33762-3180-4427-80DF-A2D11D7C3DD6}" type="pres">
      <dgm:prSet presAssocID="{8ED51078-33BF-4C74-87A6-B470A209B71A}" presName="spacer" presStyleCnt="0"/>
      <dgm:spPr/>
    </dgm:pt>
    <dgm:pt modelId="{0506D42A-D139-4B83-871A-EDB9B8627A2E}" type="pres">
      <dgm:prSet presAssocID="{7E48C05E-21A4-4971-AB3E-862085030D67}" presName="comp" presStyleCnt="0"/>
      <dgm:spPr/>
    </dgm:pt>
    <dgm:pt modelId="{2E138CC6-E492-4EB2-B21D-CA7ACF067D5A}" type="pres">
      <dgm:prSet presAssocID="{7E48C05E-21A4-4971-AB3E-862085030D67}" presName="box" presStyleLbl="node1" presStyleIdx="1" presStyleCnt="2" custScaleY="65260"/>
      <dgm:spPr/>
      <dgm:t>
        <a:bodyPr/>
        <a:lstStyle/>
        <a:p>
          <a:endParaRPr lang="en-US"/>
        </a:p>
      </dgm:t>
    </dgm:pt>
    <dgm:pt modelId="{ED7E60B8-D1DC-45AF-B930-6563A356BD8E}" type="pres">
      <dgm:prSet presAssocID="{7E48C05E-21A4-4971-AB3E-862085030D67}" presName="img" presStyleLbl="fgImgPlace1" presStyleIdx="1" presStyleCnt="2" custScaleY="56893"/>
      <dgm:spPr/>
    </dgm:pt>
    <dgm:pt modelId="{B32EC5FA-C405-4355-8A3F-B2E5814C2E85}" type="pres">
      <dgm:prSet presAssocID="{7E48C05E-21A4-4971-AB3E-862085030D67}" presName="text" presStyleLbl="node1" presStyleIdx="1" presStyleCnt="2">
        <dgm:presLayoutVars>
          <dgm:bulletEnabled val="1"/>
        </dgm:presLayoutVars>
      </dgm:prSet>
      <dgm:spPr/>
      <dgm:t>
        <a:bodyPr/>
        <a:lstStyle/>
        <a:p>
          <a:endParaRPr lang="en-US"/>
        </a:p>
      </dgm:t>
    </dgm:pt>
  </dgm:ptLst>
  <dgm:cxnLst>
    <dgm:cxn modelId="{232A5E5E-09FA-43F5-861F-5A0E606AC3DB}" type="presOf" srcId="{37DEDB71-3983-4CFD-A4D3-385A52272DF3}" destId="{53AA4A45-2E67-49BB-BC54-370CCC38B864}" srcOrd="0" destOrd="3" presId="urn:microsoft.com/office/officeart/2005/8/layout/vList4#2"/>
    <dgm:cxn modelId="{D0C54904-3483-42CF-99FE-8658277D4C28}" type="presOf" srcId="{98D03E54-4AE1-4AB6-A2DA-16C8EAAB5C0A}" destId="{2173A964-BA8D-414C-A82A-347E2FDCB377}" srcOrd="0" destOrd="0" presId="urn:microsoft.com/office/officeart/2005/8/layout/vList4#2"/>
    <dgm:cxn modelId="{B73992FD-51C1-4B80-B13A-04463A282C3F}" type="presOf" srcId="{7E48C05E-21A4-4971-AB3E-862085030D67}" destId="{2E138CC6-E492-4EB2-B21D-CA7ACF067D5A}" srcOrd="0" destOrd="0" presId="urn:microsoft.com/office/officeart/2005/8/layout/vList4#2"/>
    <dgm:cxn modelId="{FDC0DB4E-1F6A-4002-B09B-B861F98164DC}" type="presOf" srcId="{BE1E0D0E-0375-46D5-99B0-E046AACA412C}" destId="{23D2B710-12BF-4464-8E10-3E54DC853829}" srcOrd="1" destOrd="1" presId="urn:microsoft.com/office/officeart/2005/8/layout/vList4#2"/>
    <dgm:cxn modelId="{CBF93195-D9B2-4886-BE9B-7C14A806A89C}" srcId="{30229523-8524-4167-A12B-E53C81134D4B}" destId="{8BAE661E-63A8-49A4-A6F7-20A8B5F020DE}" srcOrd="1" destOrd="0" parTransId="{E8D420DE-B58E-41FD-A24C-97E9062F4262}" sibTransId="{6826BF30-3817-4438-ABDD-3D4ACCCA2A4C}"/>
    <dgm:cxn modelId="{560DAF18-451F-4CD1-B246-F408EB4F5F0D}" type="presOf" srcId="{30229523-8524-4167-A12B-E53C81134D4B}" destId="{23D2B710-12BF-4464-8E10-3E54DC853829}" srcOrd="1" destOrd="0" presId="urn:microsoft.com/office/officeart/2005/8/layout/vList4#2"/>
    <dgm:cxn modelId="{0D4AB397-F110-4012-A65F-B10AE6AC2F9C}" type="presOf" srcId="{7E48C05E-21A4-4971-AB3E-862085030D67}" destId="{B32EC5FA-C405-4355-8A3F-B2E5814C2E85}" srcOrd="1" destOrd="0" presId="urn:microsoft.com/office/officeart/2005/8/layout/vList4#2"/>
    <dgm:cxn modelId="{208AA3BC-F5E0-4B8D-B908-A7E6F6FDD287}" type="presOf" srcId="{A5495C13-4909-4B22-8C44-09D65B91ADCE}" destId="{2E138CC6-E492-4EB2-B21D-CA7ACF067D5A}" srcOrd="0" destOrd="1" presId="urn:microsoft.com/office/officeart/2005/8/layout/vList4#2"/>
    <dgm:cxn modelId="{AA68AECB-5591-4DA1-9533-C11F1ADC05C3}" type="presOf" srcId="{8BAE661E-63A8-49A4-A6F7-20A8B5F020DE}" destId="{23D2B710-12BF-4464-8E10-3E54DC853829}" srcOrd="1" destOrd="2" presId="urn:microsoft.com/office/officeart/2005/8/layout/vList4#2"/>
    <dgm:cxn modelId="{4415F3F6-FECD-484C-8105-E6C39483EB33}" srcId="{7E48C05E-21A4-4971-AB3E-862085030D67}" destId="{A5495C13-4909-4B22-8C44-09D65B91ADCE}" srcOrd="0" destOrd="0" parTransId="{A21669D9-DAC2-4283-81C4-0093F3E5F7D1}" sibTransId="{C4D07D0C-3716-41F6-8B1B-43DCD8C83A50}"/>
    <dgm:cxn modelId="{3E959C73-1E50-485C-99B8-AC67A4ACD19F}" srcId="{98D03E54-4AE1-4AB6-A2DA-16C8EAAB5C0A}" destId="{30229523-8524-4167-A12B-E53C81134D4B}" srcOrd="0" destOrd="0" parTransId="{9655FFE4-5E5A-4331-AA1B-7F1819FBB33E}" sibTransId="{8ED51078-33BF-4C74-87A6-B470A209B71A}"/>
    <dgm:cxn modelId="{F6656F62-5E66-465B-AC9D-6A2DDF7D8B7B}" srcId="{30229523-8524-4167-A12B-E53C81134D4B}" destId="{37DEDB71-3983-4CFD-A4D3-385A52272DF3}" srcOrd="2" destOrd="0" parTransId="{18868D4F-A7D4-4AA3-99D1-A8B8334397B9}" sibTransId="{29DBCFA0-3F2F-4BB9-9487-FB432E9512D0}"/>
    <dgm:cxn modelId="{9D13463E-FBD9-4495-96F8-BF5F3C174C95}" type="presOf" srcId="{A5495C13-4909-4B22-8C44-09D65B91ADCE}" destId="{B32EC5FA-C405-4355-8A3F-B2E5814C2E85}" srcOrd="1" destOrd="1" presId="urn:microsoft.com/office/officeart/2005/8/layout/vList4#2"/>
    <dgm:cxn modelId="{69C1EB8E-6DA0-4A73-99FB-A1A2A62A45D3}" type="presOf" srcId="{30229523-8524-4167-A12B-E53C81134D4B}" destId="{53AA4A45-2E67-49BB-BC54-370CCC38B864}" srcOrd="0" destOrd="0" presId="urn:microsoft.com/office/officeart/2005/8/layout/vList4#2"/>
    <dgm:cxn modelId="{C668F592-5467-4418-8C40-EA9A3BBF1F7E}" type="presOf" srcId="{BE1E0D0E-0375-46D5-99B0-E046AACA412C}" destId="{53AA4A45-2E67-49BB-BC54-370CCC38B864}" srcOrd="0" destOrd="1" presId="urn:microsoft.com/office/officeart/2005/8/layout/vList4#2"/>
    <dgm:cxn modelId="{87D40DA5-F26C-459D-9100-2F00D8BB78BC}" type="presOf" srcId="{37DEDB71-3983-4CFD-A4D3-385A52272DF3}" destId="{23D2B710-12BF-4464-8E10-3E54DC853829}" srcOrd="1" destOrd="3" presId="urn:microsoft.com/office/officeart/2005/8/layout/vList4#2"/>
    <dgm:cxn modelId="{DAF5EDC8-163D-4813-B298-055E4D6CFE63}" srcId="{30229523-8524-4167-A12B-E53C81134D4B}" destId="{BE1E0D0E-0375-46D5-99B0-E046AACA412C}" srcOrd="0" destOrd="0" parTransId="{3B69DDBD-D6CB-4B39-BB92-953DFED0F20A}" sibTransId="{4DD34225-314E-4282-AF81-D65D8BE1556D}"/>
    <dgm:cxn modelId="{5BED4B8B-76CE-4440-9487-BA5C7A588E70}" type="presOf" srcId="{8BAE661E-63A8-49A4-A6F7-20A8B5F020DE}" destId="{53AA4A45-2E67-49BB-BC54-370CCC38B864}" srcOrd="0" destOrd="2" presId="urn:microsoft.com/office/officeart/2005/8/layout/vList4#2"/>
    <dgm:cxn modelId="{738C3170-80EC-4107-BABF-8B20ACF00C27}" srcId="{98D03E54-4AE1-4AB6-A2DA-16C8EAAB5C0A}" destId="{7E48C05E-21A4-4971-AB3E-862085030D67}" srcOrd="1" destOrd="0" parTransId="{58E8F202-7346-4AFE-B145-3706A764A677}" sibTransId="{088F1499-7F4F-420A-A6A1-A9391D85A82D}"/>
    <dgm:cxn modelId="{DBF3FFE2-BC39-4F50-A167-3A2F7CC7C216}" type="presParOf" srcId="{2173A964-BA8D-414C-A82A-347E2FDCB377}" destId="{0805CCF5-3484-4ED0-A904-9C00BB88AA7F}" srcOrd="0" destOrd="0" presId="urn:microsoft.com/office/officeart/2005/8/layout/vList4#2"/>
    <dgm:cxn modelId="{842C7724-CDBD-4E18-86CA-D10538A88D08}" type="presParOf" srcId="{0805CCF5-3484-4ED0-A904-9C00BB88AA7F}" destId="{53AA4A45-2E67-49BB-BC54-370CCC38B864}" srcOrd="0" destOrd="0" presId="urn:microsoft.com/office/officeart/2005/8/layout/vList4#2"/>
    <dgm:cxn modelId="{80925190-3741-428E-B674-631A3F51636F}" type="presParOf" srcId="{0805CCF5-3484-4ED0-A904-9C00BB88AA7F}" destId="{742FF790-591E-4335-96F4-38C3283B74C8}" srcOrd="1" destOrd="0" presId="urn:microsoft.com/office/officeart/2005/8/layout/vList4#2"/>
    <dgm:cxn modelId="{EEE243FA-DE47-4692-A48B-8CB5EC5C6994}" type="presParOf" srcId="{0805CCF5-3484-4ED0-A904-9C00BB88AA7F}" destId="{23D2B710-12BF-4464-8E10-3E54DC853829}" srcOrd="2" destOrd="0" presId="urn:microsoft.com/office/officeart/2005/8/layout/vList4#2"/>
    <dgm:cxn modelId="{14F7ED93-13F9-46A7-933C-59041C66A6D7}" type="presParOf" srcId="{2173A964-BA8D-414C-A82A-347E2FDCB377}" destId="{EBD33762-3180-4427-80DF-A2D11D7C3DD6}" srcOrd="1" destOrd="0" presId="urn:microsoft.com/office/officeart/2005/8/layout/vList4#2"/>
    <dgm:cxn modelId="{EA69617A-4ED3-42B4-BB6A-6268ED18CA5B}" type="presParOf" srcId="{2173A964-BA8D-414C-A82A-347E2FDCB377}" destId="{0506D42A-D139-4B83-871A-EDB9B8627A2E}" srcOrd="2" destOrd="0" presId="urn:microsoft.com/office/officeart/2005/8/layout/vList4#2"/>
    <dgm:cxn modelId="{09485D57-284A-4497-B82F-1D20ADCC2139}" type="presParOf" srcId="{0506D42A-D139-4B83-871A-EDB9B8627A2E}" destId="{2E138CC6-E492-4EB2-B21D-CA7ACF067D5A}" srcOrd="0" destOrd="0" presId="urn:microsoft.com/office/officeart/2005/8/layout/vList4#2"/>
    <dgm:cxn modelId="{00A5FB00-11E0-41A2-AF62-3E963EAF137E}" type="presParOf" srcId="{0506D42A-D139-4B83-871A-EDB9B8627A2E}" destId="{ED7E60B8-D1DC-45AF-B930-6563A356BD8E}" srcOrd="1" destOrd="0" presId="urn:microsoft.com/office/officeart/2005/8/layout/vList4#2"/>
    <dgm:cxn modelId="{7E6ED4AB-FC77-4934-AE1C-8C2DA5AC33E1}" type="presParOf" srcId="{0506D42A-D139-4B83-871A-EDB9B8627A2E}" destId="{B32EC5FA-C405-4355-8A3F-B2E5814C2E85}" srcOrd="2" destOrd="0" presId="urn:microsoft.com/office/officeart/2005/8/layout/vList4#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34957F6-88EB-4395-A036-2DB713E4493B}" type="doc">
      <dgm:prSet loTypeId="urn:microsoft.com/office/officeart/2009/3/layout/HorizontalOrganizationChart" loCatId="hierarchy" qsTypeId="urn:microsoft.com/office/officeart/2005/8/quickstyle/simple1" qsCatId="simple" csTypeId="urn:microsoft.com/office/officeart/2005/8/colors/accent0_3" csCatId="mainScheme" phldr="1"/>
      <dgm:spPr/>
      <dgm:t>
        <a:bodyPr/>
        <a:lstStyle/>
        <a:p>
          <a:endParaRPr lang="en-US"/>
        </a:p>
      </dgm:t>
    </dgm:pt>
    <dgm:pt modelId="{AFFBC3AE-CC98-467D-A2FC-677D5CBDE1CA}">
      <dgm:prSet custT="1"/>
      <dgm:spPr/>
      <dgm:t>
        <a:bodyPr/>
        <a:lstStyle/>
        <a:p>
          <a:pPr rtl="0"/>
          <a:r>
            <a:rPr lang="en-US" sz="2200" smtClean="0">
              <a:latin typeface="Cambria" panose="02040503050406030204" pitchFamily="18" charset="0"/>
            </a:rPr>
            <a:t>Algorithms are :-</a:t>
          </a:r>
          <a:endParaRPr lang="en-US" sz="2200">
            <a:latin typeface="Cambria" panose="02040503050406030204" pitchFamily="18" charset="0"/>
          </a:endParaRPr>
        </a:p>
      </dgm:t>
    </dgm:pt>
    <dgm:pt modelId="{25DD60EB-C9CA-4F72-BF9C-9CF8B8796C37}" type="parTrans" cxnId="{54FBC29F-1FDA-44B0-85A1-770C3729609C}">
      <dgm:prSet/>
      <dgm:spPr/>
      <dgm:t>
        <a:bodyPr/>
        <a:lstStyle/>
        <a:p>
          <a:endParaRPr lang="en-US"/>
        </a:p>
      </dgm:t>
    </dgm:pt>
    <dgm:pt modelId="{C9C3575A-F4D9-411E-9457-1DD746E86017}" type="sibTrans" cxnId="{54FBC29F-1FDA-44B0-85A1-770C3729609C}">
      <dgm:prSet/>
      <dgm:spPr/>
      <dgm:t>
        <a:bodyPr/>
        <a:lstStyle/>
        <a:p>
          <a:endParaRPr lang="en-US"/>
        </a:p>
      </dgm:t>
    </dgm:pt>
    <dgm:pt modelId="{57648A88-5B54-4011-A485-0FF7E966B605}">
      <dgm:prSet custT="1"/>
      <dgm:spPr/>
      <dgm:t>
        <a:bodyPr/>
        <a:lstStyle/>
        <a:p>
          <a:pPr rtl="0"/>
          <a:r>
            <a:rPr lang="en-US" sz="2200" dirty="0" smtClean="0">
              <a:latin typeface="Cambria" panose="02040503050406030204" pitchFamily="18" charset="0"/>
            </a:rPr>
            <a:t>First Come First Serve</a:t>
          </a:r>
          <a:endParaRPr lang="en-US" sz="2200" dirty="0">
            <a:latin typeface="Cambria" panose="02040503050406030204" pitchFamily="18" charset="0"/>
          </a:endParaRPr>
        </a:p>
      </dgm:t>
    </dgm:pt>
    <dgm:pt modelId="{04B6DA6C-DEB3-48E7-8233-40D088105307}" type="parTrans" cxnId="{271029B2-63CE-476A-9AE4-E65D0D0037F6}">
      <dgm:prSet/>
      <dgm:spPr/>
      <dgm:t>
        <a:bodyPr/>
        <a:lstStyle/>
        <a:p>
          <a:endParaRPr lang="en-US"/>
        </a:p>
      </dgm:t>
    </dgm:pt>
    <dgm:pt modelId="{6766AB71-8763-4384-8778-B1405542C305}" type="sibTrans" cxnId="{271029B2-63CE-476A-9AE4-E65D0D0037F6}">
      <dgm:prSet/>
      <dgm:spPr/>
      <dgm:t>
        <a:bodyPr/>
        <a:lstStyle/>
        <a:p>
          <a:endParaRPr lang="en-US"/>
        </a:p>
      </dgm:t>
    </dgm:pt>
    <dgm:pt modelId="{23B17E07-D248-431F-8B1E-A529261FCE77}">
      <dgm:prSet custT="1"/>
      <dgm:spPr/>
      <dgm:t>
        <a:bodyPr/>
        <a:lstStyle/>
        <a:p>
          <a:pPr rtl="0"/>
          <a:r>
            <a:rPr lang="en-US" sz="2200" dirty="0" smtClean="0">
              <a:latin typeface="Cambria" panose="02040503050406030204" pitchFamily="18" charset="0"/>
            </a:rPr>
            <a:t>Shorted Seek First</a:t>
          </a:r>
          <a:endParaRPr lang="en-US" sz="2200" dirty="0">
            <a:latin typeface="Cambria" panose="02040503050406030204" pitchFamily="18" charset="0"/>
          </a:endParaRPr>
        </a:p>
      </dgm:t>
    </dgm:pt>
    <dgm:pt modelId="{BAE4296C-BA4B-476E-80BF-215C4A9D5777}" type="parTrans" cxnId="{6235E52A-54E3-4D5C-A4C0-093365E422E3}">
      <dgm:prSet/>
      <dgm:spPr/>
      <dgm:t>
        <a:bodyPr/>
        <a:lstStyle/>
        <a:p>
          <a:endParaRPr lang="en-US"/>
        </a:p>
      </dgm:t>
    </dgm:pt>
    <dgm:pt modelId="{772EC324-0F03-485A-A3FB-F6090F79D645}" type="sibTrans" cxnId="{6235E52A-54E3-4D5C-A4C0-093365E422E3}">
      <dgm:prSet/>
      <dgm:spPr/>
      <dgm:t>
        <a:bodyPr/>
        <a:lstStyle/>
        <a:p>
          <a:endParaRPr lang="en-US"/>
        </a:p>
      </dgm:t>
    </dgm:pt>
    <dgm:pt modelId="{44925DB2-0966-44A8-93F3-4F58D0E6CF8A}">
      <dgm:prSet custT="1"/>
      <dgm:spPr/>
      <dgm:t>
        <a:bodyPr/>
        <a:lstStyle/>
        <a:p>
          <a:pPr rtl="0"/>
          <a:r>
            <a:rPr lang="en-US" sz="2200" dirty="0" smtClean="0">
              <a:latin typeface="Cambria" panose="02040503050406030204" pitchFamily="18" charset="0"/>
            </a:rPr>
            <a:t>Elevator Algorithm/ SCAN algorithm</a:t>
          </a:r>
          <a:endParaRPr lang="en-US" sz="2200" dirty="0">
            <a:latin typeface="Cambria" panose="02040503050406030204" pitchFamily="18" charset="0"/>
          </a:endParaRPr>
        </a:p>
      </dgm:t>
    </dgm:pt>
    <dgm:pt modelId="{CAEA3BFB-2569-4589-99A9-D5CF51E1EF51}" type="parTrans" cxnId="{C8C81366-351B-454B-89CD-26C5E0FEE8B9}">
      <dgm:prSet/>
      <dgm:spPr/>
      <dgm:t>
        <a:bodyPr/>
        <a:lstStyle/>
        <a:p>
          <a:endParaRPr lang="en-US"/>
        </a:p>
      </dgm:t>
    </dgm:pt>
    <dgm:pt modelId="{12ACCEF7-6FC0-4571-A012-ABA658A95DF5}" type="sibTrans" cxnId="{C8C81366-351B-454B-89CD-26C5E0FEE8B9}">
      <dgm:prSet/>
      <dgm:spPr/>
      <dgm:t>
        <a:bodyPr/>
        <a:lstStyle/>
        <a:p>
          <a:endParaRPr lang="en-US"/>
        </a:p>
      </dgm:t>
    </dgm:pt>
    <dgm:pt modelId="{022DE72C-9914-47A7-A138-A60580FEFD59}">
      <dgm:prSet custT="1"/>
      <dgm:spPr/>
      <dgm:t>
        <a:bodyPr/>
        <a:lstStyle/>
        <a:p>
          <a:pPr rtl="0"/>
          <a:r>
            <a:rPr lang="en-IN" sz="2200" smtClean="0">
              <a:latin typeface="Cambria" panose="02040503050406030204" pitchFamily="18" charset="0"/>
            </a:rPr>
            <a:t>C-SCAN (circular-SCAN)</a:t>
          </a:r>
          <a:endParaRPr lang="en-US" sz="2200">
            <a:latin typeface="Cambria" panose="02040503050406030204" pitchFamily="18" charset="0"/>
          </a:endParaRPr>
        </a:p>
      </dgm:t>
    </dgm:pt>
    <dgm:pt modelId="{27E404F1-016F-4BCC-BCD7-B99329B11F44}" type="parTrans" cxnId="{AEB867FA-F678-4F80-8551-7CF98D620A93}">
      <dgm:prSet/>
      <dgm:spPr/>
      <dgm:t>
        <a:bodyPr/>
        <a:lstStyle/>
        <a:p>
          <a:endParaRPr lang="en-US"/>
        </a:p>
      </dgm:t>
    </dgm:pt>
    <dgm:pt modelId="{FC0ADC57-5992-4626-A631-AC2EEFD18566}" type="sibTrans" cxnId="{AEB867FA-F678-4F80-8551-7CF98D620A93}">
      <dgm:prSet/>
      <dgm:spPr/>
      <dgm:t>
        <a:bodyPr/>
        <a:lstStyle/>
        <a:p>
          <a:endParaRPr lang="en-US"/>
        </a:p>
      </dgm:t>
    </dgm:pt>
    <dgm:pt modelId="{4912057A-2D5F-49EA-B4D7-0EC1EE2FDDCB}">
      <dgm:prSet custT="1"/>
      <dgm:spPr/>
      <dgm:t>
        <a:bodyPr/>
        <a:lstStyle/>
        <a:p>
          <a:pPr rtl="0"/>
          <a:r>
            <a:rPr lang="en-IN" sz="2200" dirty="0" smtClean="0">
              <a:latin typeface="Cambria" panose="02040503050406030204" pitchFamily="18" charset="0"/>
            </a:rPr>
            <a:t>C-LOOK (circular-LOOK)</a:t>
          </a:r>
          <a:endParaRPr lang="en-US" sz="2200" dirty="0">
            <a:latin typeface="Cambria" panose="02040503050406030204" pitchFamily="18" charset="0"/>
          </a:endParaRPr>
        </a:p>
      </dgm:t>
    </dgm:pt>
    <dgm:pt modelId="{FA6983E8-7868-4113-9375-409E104A710C}" type="parTrans" cxnId="{F27E6FE5-BACC-4DD7-BEC3-5EF76BB42D20}">
      <dgm:prSet/>
      <dgm:spPr/>
      <dgm:t>
        <a:bodyPr/>
        <a:lstStyle/>
        <a:p>
          <a:endParaRPr lang="en-US"/>
        </a:p>
      </dgm:t>
    </dgm:pt>
    <dgm:pt modelId="{59EC80A4-798F-4F59-BA21-AA577CF330FD}" type="sibTrans" cxnId="{F27E6FE5-BACC-4DD7-BEC3-5EF76BB42D20}">
      <dgm:prSet/>
      <dgm:spPr/>
      <dgm:t>
        <a:bodyPr/>
        <a:lstStyle/>
        <a:p>
          <a:endParaRPr lang="en-US"/>
        </a:p>
      </dgm:t>
    </dgm:pt>
    <dgm:pt modelId="{6B253286-EC57-483A-9B88-2ED297426A5A}" type="pres">
      <dgm:prSet presAssocID="{A34957F6-88EB-4395-A036-2DB713E4493B}" presName="hierChild1" presStyleCnt="0">
        <dgm:presLayoutVars>
          <dgm:orgChart val="1"/>
          <dgm:chPref val="1"/>
          <dgm:dir/>
          <dgm:animOne val="branch"/>
          <dgm:animLvl val="lvl"/>
          <dgm:resizeHandles/>
        </dgm:presLayoutVars>
      </dgm:prSet>
      <dgm:spPr/>
      <dgm:t>
        <a:bodyPr/>
        <a:lstStyle/>
        <a:p>
          <a:endParaRPr lang="en-US"/>
        </a:p>
      </dgm:t>
    </dgm:pt>
    <dgm:pt modelId="{8B2B52E8-89B5-4172-AE31-CC0A8E91D10C}" type="pres">
      <dgm:prSet presAssocID="{AFFBC3AE-CC98-467D-A2FC-677D5CBDE1CA}" presName="hierRoot1" presStyleCnt="0">
        <dgm:presLayoutVars>
          <dgm:hierBranch val="init"/>
        </dgm:presLayoutVars>
      </dgm:prSet>
      <dgm:spPr/>
    </dgm:pt>
    <dgm:pt modelId="{B3B37DD8-A98D-444B-A70E-679D57E2527A}" type="pres">
      <dgm:prSet presAssocID="{AFFBC3AE-CC98-467D-A2FC-677D5CBDE1CA}" presName="rootComposite1" presStyleCnt="0"/>
      <dgm:spPr/>
    </dgm:pt>
    <dgm:pt modelId="{01540152-1F1A-4B52-933A-9B59BB83E71D}" type="pres">
      <dgm:prSet presAssocID="{AFFBC3AE-CC98-467D-A2FC-677D5CBDE1CA}" presName="rootText1" presStyleLbl="node0" presStyleIdx="0" presStyleCnt="1">
        <dgm:presLayoutVars>
          <dgm:chPref val="3"/>
        </dgm:presLayoutVars>
      </dgm:prSet>
      <dgm:spPr/>
      <dgm:t>
        <a:bodyPr/>
        <a:lstStyle/>
        <a:p>
          <a:endParaRPr lang="en-US"/>
        </a:p>
      </dgm:t>
    </dgm:pt>
    <dgm:pt modelId="{CBD9DC09-02F4-47E9-BC9E-92982CFDA511}" type="pres">
      <dgm:prSet presAssocID="{AFFBC3AE-CC98-467D-A2FC-677D5CBDE1CA}" presName="rootConnector1" presStyleLbl="node1" presStyleIdx="0" presStyleCnt="0"/>
      <dgm:spPr/>
      <dgm:t>
        <a:bodyPr/>
        <a:lstStyle/>
        <a:p>
          <a:endParaRPr lang="en-US"/>
        </a:p>
      </dgm:t>
    </dgm:pt>
    <dgm:pt modelId="{7B5B9316-91CB-4E8E-9E2E-31DD7E72DB6F}" type="pres">
      <dgm:prSet presAssocID="{AFFBC3AE-CC98-467D-A2FC-677D5CBDE1CA}" presName="hierChild2" presStyleCnt="0"/>
      <dgm:spPr/>
    </dgm:pt>
    <dgm:pt modelId="{0DDB3CD4-AA90-4EC9-8B7B-BCE0B1259B1A}" type="pres">
      <dgm:prSet presAssocID="{04B6DA6C-DEB3-48E7-8233-40D088105307}" presName="Name64" presStyleLbl="parChTrans1D2" presStyleIdx="0" presStyleCnt="5"/>
      <dgm:spPr/>
      <dgm:t>
        <a:bodyPr/>
        <a:lstStyle/>
        <a:p>
          <a:endParaRPr lang="en-US"/>
        </a:p>
      </dgm:t>
    </dgm:pt>
    <dgm:pt modelId="{788C8C45-6EC2-4231-B5A7-B8780EEB226F}" type="pres">
      <dgm:prSet presAssocID="{57648A88-5B54-4011-A485-0FF7E966B605}" presName="hierRoot2" presStyleCnt="0">
        <dgm:presLayoutVars>
          <dgm:hierBranch val="init"/>
        </dgm:presLayoutVars>
      </dgm:prSet>
      <dgm:spPr/>
    </dgm:pt>
    <dgm:pt modelId="{F765C879-F067-449E-A51C-562EAB905FCE}" type="pres">
      <dgm:prSet presAssocID="{57648A88-5B54-4011-A485-0FF7E966B605}" presName="rootComposite" presStyleCnt="0"/>
      <dgm:spPr/>
    </dgm:pt>
    <dgm:pt modelId="{72A15713-15E4-435B-930D-773F09642165}" type="pres">
      <dgm:prSet presAssocID="{57648A88-5B54-4011-A485-0FF7E966B605}" presName="rootText" presStyleLbl="node2" presStyleIdx="0" presStyleCnt="5" custScaleX="142273">
        <dgm:presLayoutVars>
          <dgm:chPref val="3"/>
        </dgm:presLayoutVars>
      </dgm:prSet>
      <dgm:spPr/>
      <dgm:t>
        <a:bodyPr/>
        <a:lstStyle/>
        <a:p>
          <a:endParaRPr lang="en-US"/>
        </a:p>
      </dgm:t>
    </dgm:pt>
    <dgm:pt modelId="{F4CC465B-18B0-4B5F-8A95-BC904439DF51}" type="pres">
      <dgm:prSet presAssocID="{57648A88-5B54-4011-A485-0FF7E966B605}" presName="rootConnector" presStyleLbl="node2" presStyleIdx="0" presStyleCnt="5"/>
      <dgm:spPr/>
      <dgm:t>
        <a:bodyPr/>
        <a:lstStyle/>
        <a:p>
          <a:endParaRPr lang="en-US"/>
        </a:p>
      </dgm:t>
    </dgm:pt>
    <dgm:pt modelId="{D0492AEB-6EE0-4B87-940F-4A92D7A711E1}" type="pres">
      <dgm:prSet presAssocID="{57648A88-5B54-4011-A485-0FF7E966B605}" presName="hierChild4" presStyleCnt="0"/>
      <dgm:spPr/>
    </dgm:pt>
    <dgm:pt modelId="{2DBDD20F-B52B-4C71-B8D6-2B4974521006}" type="pres">
      <dgm:prSet presAssocID="{57648A88-5B54-4011-A485-0FF7E966B605}" presName="hierChild5" presStyleCnt="0"/>
      <dgm:spPr/>
    </dgm:pt>
    <dgm:pt modelId="{4A5402E8-F0F4-42EC-BEF5-CA3FB82D6D7D}" type="pres">
      <dgm:prSet presAssocID="{BAE4296C-BA4B-476E-80BF-215C4A9D5777}" presName="Name64" presStyleLbl="parChTrans1D2" presStyleIdx="1" presStyleCnt="5"/>
      <dgm:spPr/>
      <dgm:t>
        <a:bodyPr/>
        <a:lstStyle/>
        <a:p>
          <a:endParaRPr lang="en-US"/>
        </a:p>
      </dgm:t>
    </dgm:pt>
    <dgm:pt modelId="{131AE96A-0FE8-45A4-ABBC-7AD49F6E6F96}" type="pres">
      <dgm:prSet presAssocID="{23B17E07-D248-431F-8B1E-A529261FCE77}" presName="hierRoot2" presStyleCnt="0">
        <dgm:presLayoutVars>
          <dgm:hierBranch val="init"/>
        </dgm:presLayoutVars>
      </dgm:prSet>
      <dgm:spPr/>
    </dgm:pt>
    <dgm:pt modelId="{CF512EFE-E52E-4A0F-BFA5-7E3BA519D780}" type="pres">
      <dgm:prSet presAssocID="{23B17E07-D248-431F-8B1E-A529261FCE77}" presName="rootComposite" presStyleCnt="0"/>
      <dgm:spPr/>
    </dgm:pt>
    <dgm:pt modelId="{150F0F24-32B4-415C-9F63-DF7916DF1191}" type="pres">
      <dgm:prSet presAssocID="{23B17E07-D248-431F-8B1E-A529261FCE77}" presName="rootText" presStyleLbl="node2" presStyleIdx="1" presStyleCnt="5" custScaleX="142273">
        <dgm:presLayoutVars>
          <dgm:chPref val="3"/>
        </dgm:presLayoutVars>
      </dgm:prSet>
      <dgm:spPr/>
      <dgm:t>
        <a:bodyPr/>
        <a:lstStyle/>
        <a:p>
          <a:endParaRPr lang="en-US"/>
        </a:p>
      </dgm:t>
    </dgm:pt>
    <dgm:pt modelId="{58800C1E-E4F9-49CF-96B9-795C1E9174EC}" type="pres">
      <dgm:prSet presAssocID="{23B17E07-D248-431F-8B1E-A529261FCE77}" presName="rootConnector" presStyleLbl="node2" presStyleIdx="1" presStyleCnt="5"/>
      <dgm:spPr/>
      <dgm:t>
        <a:bodyPr/>
        <a:lstStyle/>
        <a:p>
          <a:endParaRPr lang="en-US"/>
        </a:p>
      </dgm:t>
    </dgm:pt>
    <dgm:pt modelId="{5C5B3463-62DB-4407-857E-1456F0F54976}" type="pres">
      <dgm:prSet presAssocID="{23B17E07-D248-431F-8B1E-A529261FCE77}" presName="hierChild4" presStyleCnt="0"/>
      <dgm:spPr/>
    </dgm:pt>
    <dgm:pt modelId="{D08B4A6A-A9C9-454F-ADCC-71D9E63CDA42}" type="pres">
      <dgm:prSet presAssocID="{23B17E07-D248-431F-8B1E-A529261FCE77}" presName="hierChild5" presStyleCnt="0"/>
      <dgm:spPr/>
    </dgm:pt>
    <dgm:pt modelId="{7FA7C64D-15D6-44A0-85FF-A71F426C1840}" type="pres">
      <dgm:prSet presAssocID="{CAEA3BFB-2569-4589-99A9-D5CF51E1EF51}" presName="Name64" presStyleLbl="parChTrans1D2" presStyleIdx="2" presStyleCnt="5"/>
      <dgm:spPr/>
      <dgm:t>
        <a:bodyPr/>
        <a:lstStyle/>
        <a:p>
          <a:endParaRPr lang="en-US"/>
        </a:p>
      </dgm:t>
    </dgm:pt>
    <dgm:pt modelId="{19799ABF-63DF-4E76-98C7-21B2CAF67B56}" type="pres">
      <dgm:prSet presAssocID="{44925DB2-0966-44A8-93F3-4F58D0E6CF8A}" presName="hierRoot2" presStyleCnt="0">
        <dgm:presLayoutVars>
          <dgm:hierBranch val="init"/>
        </dgm:presLayoutVars>
      </dgm:prSet>
      <dgm:spPr/>
    </dgm:pt>
    <dgm:pt modelId="{5714FDDA-4C47-4E54-BD13-FF628CB0C312}" type="pres">
      <dgm:prSet presAssocID="{44925DB2-0966-44A8-93F3-4F58D0E6CF8A}" presName="rootComposite" presStyleCnt="0"/>
      <dgm:spPr/>
    </dgm:pt>
    <dgm:pt modelId="{8025C1F8-65E9-40B9-856D-24ECA6722A4B}" type="pres">
      <dgm:prSet presAssocID="{44925DB2-0966-44A8-93F3-4F58D0E6CF8A}" presName="rootText" presStyleLbl="node2" presStyleIdx="2" presStyleCnt="5" custScaleX="142273">
        <dgm:presLayoutVars>
          <dgm:chPref val="3"/>
        </dgm:presLayoutVars>
      </dgm:prSet>
      <dgm:spPr/>
      <dgm:t>
        <a:bodyPr/>
        <a:lstStyle/>
        <a:p>
          <a:endParaRPr lang="en-US"/>
        </a:p>
      </dgm:t>
    </dgm:pt>
    <dgm:pt modelId="{54044AE3-B4F1-4C24-AC69-AB88FE637EED}" type="pres">
      <dgm:prSet presAssocID="{44925DB2-0966-44A8-93F3-4F58D0E6CF8A}" presName="rootConnector" presStyleLbl="node2" presStyleIdx="2" presStyleCnt="5"/>
      <dgm:spPr/>
      <dgm:t>
        <a:bodyPr/>
        <a:lstStyle/>
        <a:p>
          <a:endParaRPr lang="en-US"/>
        </a:p>
      </dgm:t>
    </dgm:pt>
    <dgm:pt modelId="{BBC95984-DE71-40D6-89DB-642BA7C7184C}" type="pres">
      <dgm:prSet presAssocID="{44925DB2-0966-44A8-93F3-4F58D0E6CF8A}" presName="hierChild4" presStyleCnt="0"/>
      <dgm:spPr/>
    </dgm:pt>
    <dgm:pt modelId="{818A1936-98E4-4533-84B5-32FBF4CD86A4}" type="pres">
      <dgm:prSet presAssocID="{44925DB2-0966-44A8-93F3-4F58D0E6CF8A}" presName="hierChild5" presStyleCnt="0"/>
      <dgm:spPr/>
    </dgm:pt>
    <dgm:pt modelId="{0BD4A570-F91E-4F34-A139-5677346B5F4F}" type="pres">
      <dgm:prSet presAssocID="{27E404F1-016F-4BCC-BCD7-B99329B11F44}" presName="Name64" presStyleLbl="parChTrans1D2" presStyleIdx="3" presStyleCnt="5"/>
      <dgm:spPr/>
      <dgm:t>
        <a:bodyPr/>
        <a:lstStyle/>
        <a:p>
          <a:endParaRPr lang="en-US"/>
        </a:p>
      </dgm:t>
    </dgm:pt>
    <dgm:pt modelId="{AACC4E41-4CCC-45B7-B43C-680ECA15F2EA}" type="pres">
      <dgm:prSet presAssocID="{022DE72C-9914-47A7-A138-A60580FEFD59}" presName="hierRoot2" presStyleCnt="0">
        <dgm:presLayoutVars>
          <dgm:hierBranch val="init"/>
        </dgm:presLayoutVars>
      </dgm:prSet>
      <dgm:spPr/>
    </dgm:pt>
    <dgm:pt modelId="{C8528262-106D-48F9-9E6B-5604928EE125}" type="pres">
      <dgm:prSet presAssocID="{022DE72C-9914-47A7-A138-A60580FEFD59}" presName="rootComposite" presStyleCnt="0"/>
      <dgm:spPr/>
    </dgm:pt>
    <dgm:pt modelId="{C616AAC2-12F4-4B7F-B4B1-55CBC7B583D0}" type="pres">
      <dgm:prSet presAssocID="{022DE72C-9914-47A7-A138-A60580FEFD59}" presName="rootText" presStyleLbl="node2" presStyleIdx="3" presStyleCnt="5" custScaleX="142273">
        <dgm:presLayoutVars>
          <dgm:chPref val="3"/>
        </dgm:presLayoutVars>
      </dgm:prSet>
      <dgm:spPr/>
      <dgm:t>
        <a:bodyPr/>
        <a:lstStyle/>
        <a:p>
          <a:endParaRPr lang="en-US"/>
        </a:p>
      </dgm:t>
    </dgm:pt>
    <dgm:pt modelId="{3DC68FE2-B90F-4797-97A8-B8328DC86F3E}" type="pres">
      <dgm:prSet presAssocID="{022DE72C-9914-47A7-A138-A60580FEFD59}" presName="rootConnector" presStyleLbl="node2" presStyleIdx="3" presStyleCnt="5"/>
      <dgm:spPr/>
      <dgm:t>
        <a:bodyPr/>
        <a:lstStyle/>
        <a:p>
          <a:endParaRPr lang="en-US"/>
        </a:p>
      </dgm:t>
    </dgm:pt>
    <dgm:pt modelId="{1DCD19A5-6B5A-4FEE-9DC2-3D1140E2D746}" type="pres">
      <dgm:prSet presAssocID="{022DE72C-9914-47A7-A138-A60580FEFD59}" presName="hierChild4" presStyleCnt="0"/>
      <dgm:spPr/>
    </dgm:pt>
    <dgm:pt modelId="{F01E204C-D0E5-4A06-A9B7-8F6B823A2DD3}" type="pres">
      <dgm:prSet presAssocID="{022DE72C-9914-47A7-A138-A60580FEFD59}" presName="hierChild5" presStyleCnt="0"/>
      <dgm:spPr/>
    </dgm:pt>
    <dgm:pt modelId="{7B47CA0A-7F4B-4138-A5E0-E285DC27E95B}" type="pres">
      <dgm:prSet presAssocID="{FA6983E8-7868-4113-9375-409E104A710C}" presName="Name64" presStyleLbl="parChTrans1D2" presStyleIdx="4" presStyleCnt="5"/>
      <dgm:spPr/>
      <dgm:t>
        <a:bodyPr/>
        <a:lstStyle/>
        <a:p>
          <a:endParaRPr lang="en-US"/>
        </a:p>
      </dgm:t>
    </dgm:pt>
    <dgm:pt modelId="{5F9C0DF8-8500-461F-BEA6-92DA12525CBA}" type="pres">
      <dgm:prSet presAssocID="{4912057A-2D5F-49EA-B4D7-0EC1EE2FDDCB}" presName="hierRoot2" presStyleCnt="0">
        <dgm:presLayoutVars>
          <dgm:hierBranch val="init"/>
        </dgm:presLayoutVars>
      </dgm:prSet>
      <dgm:spPr/>
    </dgm:pt>
    <dgm:pt modelId="{B2FE1179-4726-4443-8D27-EA6710DFA604}" type="pres">
      <dgm:prSet presAssocID="{4912057A-2D5F-49EA-B4D7-0EC1EE2FDDCB}" presName="rootComposite" presStyleCnt="0"/>
      <dgm:spPr/>
    </dgm:pt>
    <dgm:pt modelId="{2E054C68-2DB5-4FEE-826C-B5A3C06F53B5}" type="pres">
      <dgm:prSet presAssocID="{4912057A-2D5F-49EA-B4D7-0EC1EE2FDDCB}" presName="rootText" presStyleLbl="node2" presStyleIdx="4" presStyleCnt="5" custScaleX="142273">
        <dgm:presLayoutVars>
          <dgm:chPref val="3"/>
        </dgm:presLayoutVars>
      </dgm:prSet>
      <dgm:spPr/>
      <dgm:t>
        <a:bodyPr/>
        <a:lstStyle/>
        <a:p>
          <a:endParaRPr lang="en-US"/>
        </a:p>
      </dgm:t>
    </dgm:pt>
    <dgm:pt modelId="{9A2C27EC-591A-42BE-BE99-6A6B8DE189B1}" type="pres">
      <dgm:prSet presAssocID="{4912057A-2D5F-49EA-B4D7-0EC1EE2FDDCB}" presName="rootConnector" presStyleLbl="node2" presStyleIdx="4" presStyleCnt="5"/>
      <dgm:spPr/>
      <dgm:t>
        <a:bodyPr/>
        <a:lstStyle/>
        <a:p>
          <a:endParaRPr lang="en-US"/>
        </a:p>
      </dgm:t>
    </dgm:pt>
    <dgm:pt modelId="{D7BB7855-F99A-467A-9862-FB1BF69D839F}" type="pres">
      <dgm:prSet presAssocID="{4912057A-2D5F-49EA-B4D7-0EC1EE2FDDCB}" presName="hierChild4" presStyleCnt="0"/>
      <dgm:spPr/>
    </dgm:pt>
    <dgm:pt modelId="{B13E5B2A-AD95-4705-A4A0-61DB28A24CCF}" type="pres">
      <dgm:prSet presAssocID="{4912057A-2D5F-49EA-B4D7-0EC1EE2FDDCB}" presName="hierChild5" presStyleCnt="0"/>
      <dgm:spPr/>
    </dgm:pt>
    <dgm:pt modelId="{E28D93E7-C3B1-431A-8965-9520231BB2A4}" type="pres">
      <dgm:prSet presAssocID="{AFFBC3AE-CC98-467D-A2FC-677D5CBDE1CA}" presName="hierChild3" presStyleCnt="0"/>
      <dgm:spPr/>
    </dgm:pt>
  </dgm:ptLst>
  <dgm:cxnLst>
    <dgm:cxn modelId="{F27E6FE5-BACC-4DD7-BEC3-5EF76BB42D20}" srcId="{AFFBC3AE-CC98-467D-A2FC-677D5CBDE1CA}" destId="{4912057A-2D5F-49EA-B4D7-0EC1EE2FDDCB}" srcOrd="4" destOrd="0" parTransId="{FA6983E8-7868-4113-9375-409E104A710C}" sibTransId="{59EC80A4-798F-4F59-BA21-AA577CF330FD}"/>
    <dgm:cxn modelId="{A6B28597-3D69-4537-B9ED-26C1E1B0B5EF}" type="presOf" srcId="{23B17E07-D248-431F-8B1E-A529261FCE77}" destId="{58800C1E-E4F9-49CF-96B9-795C1E9174EC}" srcOrd="1" destOrd="0" presId="urn:microsoft.com/office/officeart/2009/3/layout/HorizontalOrganizationChart"/>
    <dgm:cxn modelId="{1B4DF532-F3C2-416F-B68C-B600AF967249}" type="presOf" srcId="{BAE4296C-BA4B-476E-80BF-215C4A9D5777}" destId="{4A5402E8-F0F4-42EC-BEF5-CA3FB82D6D7D}" srcOrd="0" destOrd="0" presId="urn:microsoft.com/office/officeart/2009/3/layout/HorizontalOrganizationChart"/>
    <dgm:cxn modelId="{6235E52A-54E3-4D5C-A4C0-093365E422E3}" srcId="{AFFBC3AE-CC98-467D-A2FC-677D5CBDE1CA}" destId="{23B17E07-D248-431F-8B1E-A529261FCE77}" srcOrd="1" destOrd="0" parTransId="{BAE4296C-BA4B-476E-80BF-215C4A9D5777}" sibTransId="{772EC324-0F03-485A-A3FB-F6090F79D645}"/>
    <dgm:cxn modelId="{AEB867FA-F678-4F80-8551-7CF98D620A93}" srcId="{AFFBC3AE-CC98-467D-A2FC-677D5CBDE1CA}" destId="{022DE72C-9914-47A7-A138-A60580FEFD59}" srcOrd="3" destOrd="0" parTransId="{27E404F1-016F-4BCC-BCD7-B99329B11F44}" sibTransId="{FC0ADC57-5992-4626-A631-AC2EEFD18566}"/>
    <dgm:cxn modelId="{C1B756E2-A3B7-4694-833B-70C1B463DC3A}" type="presOf" srcId="{44925DB2-0966-44A8-93F3-4F58D0E6CF8A}" destId="{8025C1F8-65E9-40B9-856D-24ECA6722A4B}" srcOrd="0" destOrd="0" presId="urn:microsoft.com/office/officeart/2009/3/layout/HorizontalOrganizationChart"/>
    <dgm:cxn modelId="{1548F66A-F4BF-401B-B86E-55725D1E2F47}" type="presOf" srcId="{022DE72C-9914-47A7-A138-A60580FEFD59}" destId="{C616AAC2-12F4-4B7F-B4B1-55CBC7B583D0}" srcOrd="0" destOrd="0" presId="urn:microsoft.com/office/officeart/2009/3/layout/HorizontalOrganizationChart"/>
    <dgm:cxn modelId="{44CB3DBB-7379-42F5-A875-5E467D03A122}" type="presOf" srcId="{AFFBC3AE-CC98-467D-A2FC-677D5CBDE1CA}" destId="{01540152-1F1A-4B52-933A-9B59BB83E71D}" srcOrd="0" destOrd="0" presId="urn:microsoft.com/office/officeart/2009/3/layout/HorizontalOrganizationChart"/>
    <dgm:cxn modelId="{9D4C045C-9251-4B77-9401-FEF58280CDC5}" type="presOf" srcId="{57648A88-5B54-4011-A485-0FF7E966B605}" destId="{F4CC465B-18B0-4B5F-8A95-BC904439DF51}" srcOrd="1" destOrd="0" presId="urn:microsoft.com/office/officeart/2009/3/layout/HorizontalOrganizationChart"/>
    <dgm:cxn modelId="{64E0EA35-8941-4C2E-AF64-A98DCA368CA2}" type="presOf" srcId="{23B17E07-D248-431F-8B1E-A529261FCE77}" destId="{150F0F24-32B4-415C-9F63-DF7916DF1191}" srcOrd="0" destOrd="0" presId="urn:microsoft.com/office/officeart/2009/3/layout/HorizontalOrganizationChart"/>
    <dgm:cxn modelId="{271029B2-63CE-476A-9AE4-E65D0D0037F6}" srcId="{AFFBC3AE-CC98-467D-A2FC-677D5CBDE1CA}" destId="{57648A88-5B54-4011-A485-0FF7E966B605}" srcOrd="0" destOrd="0" parTransId="{04B6DA6C-DEB3-48E7-8233-40D088105307}" sibTransId="{6766AB71-8763-4384-8778-B1405542C305}"/>
    <dgm:cxn modelId="{C8C81366-351B-454B-89CD-26C5E0FEE8B9}" srcId="{AFFBC3AE-CC98-467D-A2FC-677D5CBDE1CA}" destId="{44925DB2-0966-44A8-93F3-4F58D0E6CF8A}" srcOrd="2" destOrd="0" parTransId="{CAEA3BFB-2569-4589-99A9-D5CF51E1EF51}" sibTransId="{12ACCEF7-6FC0-4571-A012-ABA658A95DF5}"/>
    <dgm:cxn modelId="{238722A1-D810-463F-8659-79E563593C4B}" type="presOf" srcId="{AFFBC3AE-CC98-467D-A2FC-677D5CBDE1CA}" destId="{CBD9DC09-02F4-47E9-BC9E-92982CFDA511}" srcOrd="1" destOrd="0" presId="urn:microsoft.com/office/officeart/2009/3/layout/HorizontalOrganizationChart"/>
    <dgm:cxn modelId="{29802324-907E-4FFB-8376-1BF9B9F6C3D8}" type="presOf" srcId="{57648A88-5B54-4011-A485-0FF7E966B605}" destId="{72A15713-15E4-435B-930D-773F09642165}" srcOrd="0" destOrd="0" presId="urn:microsoft.com/office/officeart/2009/3/layout/HorizontalOrganizationChart"/>
    <dgm:cxn modelId="{E6C4F71B-CFB4-4D62-943D-FC2910877B85}" type="presOf" srcId="{A34957F6-88EB-4395-A036-2DB713E4493B}" destId="{6B253286-EC57-483A-9B88-2ED297426A5A}" srcOrd="0" destOrd="0" presId="urn:microsoft.com/office/officeart/2009/3/layout/HorizontalOrganizationChart"/>
    <dgm:cxn modelId="{892D1D76-2FA5-4C46-BA60-2CA171367FE7}" type="presOf" srcId="{FA6983E8-7868-4113-9375-409E104A710C}" destId="{7B47CA0A-7F4B-4138-A5E0-E285DC27E95B}" srcOrd="0" destOrd="0" presId="urn:microsoft.com/office/officeart/2009/3/layout/HorizontalOrganizationChart"/>
    <dgm:cxn modelId="{10F368C0-AC82-439E-AD16-6B052C879791}" type="presOf" srcId="{4912057A-2D5F-49EA-B4D7-0EC1EE2FDDCB}" destId="{2E054C68-2DB5-4FEE-826C-B5A3C06F53B5}" srcOrd="0" destOrd="0" presId="urn:microsoft.com/office/officeart/2009/3/layout/HorizontalOrganizationChart"/>
    <dgm:cxn modelId="{7AB6CEE5-62D2-49F5-AF96-C0142B444F84}" type="presOf" srcId="{4912057A-2D5F-49EA-B4D7-0EC1EE2FDDCB}" destId="{9A2C27EC-591A-42BE-BE99-6A6B8DE189B1}" srcOrd="1" destOrd="0" presId="urn:microsoft.com/office/officeart/2009/3/layout/HorizontalOrganizationChart"/>
    <dgm:cxn modelId="{2B96C135-68AE-4F01-86B6-64E385AB55D2}" type="presOf" srcId="{04B6DA6C-DEB3-48E7-8233-40D088105307}" destId="{0DDB3CD4-AA90-4EC9-8B7B-BCE0B1259B1A}" srcOrd="0" destOrd="0" presId="urn:microsoft.com/office/officeart/2009/3/layout/HorizontalOrganizationChart"/>
    <dgm:cxn modelId="{EDDF01E9-00D3-4AD0-A697-402956DDFA90}" type="presOf" srcId="{44925DB2-0966-44A8-93F3-4F58D0E6CF8A}" destId="{54044AE3-B4F1-4C24-AC69-AB88FE637EED}" srcOrd="1" destOrd="0" presId="urn:microsoft.com/office/officeart/2009/3/layout/HorizontalOrganizationChart"/>
    <dgm:cxn modelId="{54FBC29F-1FDA-44B0-85A1-770C3729609C}" srcId="{A34957F6-88EB-4395-A036-2DB713E4493B}" destId="{AFFBC3AE-CC98-467D-A2FC-677D5CBDE1CA}" srcOrd="0" destOrd="0" parTransId="{25DD60EB-C9CA-4F72-BF9C-9CF8B8796C37}" sibTransId="{C9C3575A-F4D9-411E-9457-1DD746E86017}"/>
    <dgm:cxn modelId="{70F17BBB-19F4-4603-920A-B8647306AC49}" type="presOf" srcId="{022DE72C-9914-47A7-A138-A60580FEFD59}" destId="{3DC68FE2-B90F-4797-97A8-B8328DC86F3E}" srcOrd="1" destOrd="0" presId="urn:microsoft.com/office/officeart/2009/3/layout/HorizontalOrganizationChart"/>
    <dgm:cxn modelId="{2849EACE-2192-4577-867A-DC02A52A53A7}" type="presOf" srcId="{CAEA3BFB-2569-4589-99A9-D5CF51E1EF51}" destId="{7FA7C64D-15D6-44A0-85FF-A71F426C1840}" srcOrd="0" destOrd="0" presId="urn:microsoft.com/office/officeart/2009/3/layout/HorizontalOrganizationChart"/>
    <dgm:cxn modelId="{CCF01A81-0D05-472E-A547-5B1A1C3FC00E}" type="presOf" srcId="{27E404F1-016F-4BCC-BCD7-B99329B11F44}" destId="{0BD4A570-F91E-4F34-A139-5677346B5F4F}" srcOrd="0" destOrd="0" presId="urn:microsoft.com/office/officeart/2009/3/layout/HorizontalOrganizationChart"/>
    <dgm:cxn modelId="{D0FD6E31-14B6-46F9-8EA9-B5D0B3A93011}" type="presParOf" srcId="{6B253286-EC57-483A-9B88-2ED297426A5A}" destId="{8B2B52E8-89B5-4172-AE31-CC0A8E91D10C}" srcOrd="0" destOrd="0" presId="urn:microsoft.com/office/officeart/2009/3/layout/HorizontalOrganizationChart"/>
    <dgm:cxn modelId="{82C354F0-251F-45DE-ADEA-64D60ADF993F}" type="presParOf" srcId="{8B2B52E8-89B5-4172-AE31-CC0A8E91D10C}" destId="{B3B37DD8-A98D-444B-A70E-679D57E2527A}" srcOrd="0" destOrd="0" presId="urn:microsoft.com/office/officeart/2009/3/layout/HorizontalOrganizationChart"/>
    <dgm:cxn modelId="{A009D541-4EEF-4DBE-BE71-7DBF6ABB54B0}" type="presParOf" srcId="{B3B37DD8-A98D-444B-A70E-679D57E2527A}" destId="{01540152-1F1A-4B52-933A-9B59BB83E71D}" srcOrd="0" destOrd="0" presId="urn:microsoft.com/office/officeart/2009/3/layout/HorizontalOrganizationChart"/>
    <dgm:cxn modelId="{AA463ACF-AE8C-44D4-9FB7-69B9E0F7F249}" type="presParOf" srcId="{B3B37DD8-A98D-444B-A70E-679D57E2527A}" destId="{CBD9DC09-02F4-47E9-BC9E-92982CFDA511}" srcOrd="1" destOrd="0" presId="urn:microsoft.com/office/officeart/2009/3/layout/HorizontalOrganizationChart"/>
    <dgm:cxn modelId="{66A52C9A-0899-46BD-AA0F-F924C0F9E593}" type="presParOf" srcId="{8B2B52E8-89B5-4172-AE31-CC0A8E91D10C}" destId="{7B5B9316-91CB-4E8E-9E2E-31DD7E72DB6F}" srcOrd="1" destOrd="0" presId="urn:microsoft.com/office/officeart/2009/3/layout/HorizontalOrganizationChart"/>
    <dgm:cxn modelId="{3A533BF8-B0F1-4806-8D2D-3262AEB07235}" type="presParOf" srcId="{7B5B9316-91CB-4E8E-9E2E-31DD7E72DB6F}" destId="{0DDB3CD4-AA90-4EC9-8B7B-BCE0B1259B1A}" srcOrd="0" destOrd="0" presId="urn:microsoft.com/office/officeart/2009/3/layout/HorizontalOrganizationChart"/>
    <dgm:cxn modelId="{E1E6B964-560F-4730-A10B-2179ABBF607A}" type="presParOf" srcId="{7B5B9316-91CB-4E8E-9E2E-31DD7E72DB6F}" destId="{788C8C45-6EC2-4231-B5A7-B8780EEB226F}" srcOrd="1" destOrd="0" presId="urn:microsoft.com/office/officeart/2009/3/layout/HorizontalOrganizationChart"/>
    <dgm:cxn modelId="{1179CA29-C9A9-4C9F-9153-BBF3A580C631}" type="presParOf" srcId="{788C8C45-6EC2-4231-B5A7-B8780EEB226F}" destId="{F765C879-F067-449E-A51C-562EAB905FCE}" srcOrd="0" destOrd="0" presId="urn:microsoft.com/office/officeart/2009/3/layout/HorizontalOrganizationChart"/>
    <dgm:cxn modelId="{4712E4D3-12B2-43A8-8616-9AF09E4E4403}" type="presParOf" srcId="{F765C879-F067-449E-A51C-562EAB905FCE}" destId="{72A15713-15E4-435B-930D-773F09642165}" srcOrd="0" destOrd="0" presId="urn:microsoft.com/office/officeart/2009/3/layout/HorizontalOrganizationChart"/>
    <dgm:cxn modelId="{79336BD2-933E-4250-AE2A-6D5B0DB0B73D}" type="presParOf" srcId="{F765C879-F067-449E-A51C-562EAB905FCE}" destId="{F4CC465B-18B0-4B5F-8A95-BC904439DF51}" srcOrd="1" destOrd="0" presId="urn:microsoft.com/office/officeart/2009/3/layout/HorizontalOrganizationChart"/>
    <dgm:cxn modelId="{C11687C3-9A0C-4647-A7A6-838F0A428E1B}" type="presParOf" srcId="{788C8C45-6EC2-4231-B5A7-B8780EEB226F}" destId="{D0492AEB-6EE0-4B87-940F-4A92D7A711E1}" srcOrd="1" destOrd="0" presId="urn:microsoft.com/office/officeart/2009/3/layout/HorizontalOrganizationChart"/>
    <dgm:cxn modelId="{A5C7CCE2-F6E0-489C-9EC9-960DA0FF8A2D}" type="presParOf" srcId="{788C8C45-6EC2-4231-B5A7-B8780EEB226F}" destId="{2DBDD20F-B52B-4C71-B8D6-2B4974521006}" srcOrd="2" destOrd="0" presId="urn:microsoft.com/office/officeart/2009/3/layout/HorizontalOrganizationChart"/>
    <dgm:cxn modelId="{D26B9EC0-B0AD-4516-898C-47837F9D5F31}" type="presParOf" srcId="{7B5B9316-91CB-4E8E-9E2E-31DD7E72DB6F}" destId="{4A5402E8-F0F4-42EC-BEF5-CA3FB82D6D7D}" srcOrd="2" destOrd="0" presId="urn:microsoft.com/office/officeart/2009/3/layout/HorizontalOrganizationChart"/>
    <dgm:cxn modelId="{2F3B3861-29D7-463E-827F-DDCB43969C4D}" type="presParOf" srcId="{7B5B9316-91CB-4E8E-9E2E-31DD7E72DB6F}" destId="{131AE96A-0FE8-45A4-ABBC-7AD49F6E6F96}" srcOrd="3" destOrd="0" presId="urn:microsoft.com/office/officeart/2009/3/layout/HorizontalOrganizationChart"/>
    <dgm:cxn modelId="{18A84742-65AE-4BD1-B147-F429874F12C5}" type="presParOf" srcId="{131AE96A-0FE8-45A4-ABBC-7AD49F6E6F96}" destId="{CF512EFE-E52E-4A0F-BFA5-7E3BA519D780}" srcOrd="0" destOrd="0" presId="urn:microsoft.com/office/officeart/2009/3/layout/HorizontalOrganizationChart"/>
    <dgm:cxn modelId="{E538B0AD-5C1B-4215-90DC-43931DAD7757}" type="presParOf" srcId="{CF512EFE-E52E-4A0F-BFA5-7E3BA519D780}" destId="{150F0F24-32B4-415C-9F63-DF7916DF1191}" srcOrd="0" destOrd="0" presId="urn:microsoft.com/office/officeart/2009/3/layout/HorizontalOrganizationChart"/>
    <dgm:cxn modelId="{A07FB8B3-448A-43F7-A6BC-02EF412671C5}" type="presParOf" srcId="{CF512EFE-E52E-4A0F-BFA5-7E3BA519D780}" destId="{58800C1E-E4F9-49CF-96B9-795C1E9174EC}" srcOrd="1" destOrd="0" presId="urn:microsoft.com/office/officeart/2009/3/layout/HorizontalOrganizationChart"/>
    <dgm:cxn modelId="{E888A044-540C-43BF-AE9F-D6C7014FC977}" type="presParOf" srcId="{131AE96A-0FE8-45A4-ABBC-7AD49F6E6F96}" destId="{5C5B3463-62DB-4407-857E-1456F0F54976}" srcOrd="1" destOrd="0" presId="urn:microsoft.com/office/officeart/2009/3/layout/HorizontalOrganizationChart"/>
    <dgm:cxn modelId="{3A9C8BC0-4153-4224-A6A8-389C99D94817}" type="presParOf" srcId="{131AE96A-0FE8-45A4-ABBC-7AD49F6E6F96}" destId="{D08B4A6A-A9C9-454F-ADCC-71D9E63CDA42}" srcOrd="2" destOrd="0" presId="urn:microsoft.com/office/officeart/2009/3/layout/HorizontalOrganizationChart"/>
    <dgm:cxn modelId="{8F272AFB-9DBD-45D6-BEB9-02A356CF49C0}" type="presParOf" srcId="{7B5B9316-91CB-4E8E-9E2E-31DD7E72DB6F}" destId="{7FA7C64D-15D6-44A0-85FF-A71F426C1840}" srcOrd="4" destOrd="0" presId="urn:microsoft.com/office/officeart/2009/3/layout/HorizontalOrganizationChart"/>
    <dgm:cxn modelId="{E4139664-80DC-46BD-B7C9-7EC69EF94A6B}" type="presParOf" srcId="{7B5B9316-91CB-4E8E-9E2E-31DD7E72DB6F}" destId="{19799ABF-63DF-4E76-98C7-21B2CAF67B56}" srcOrd="5" destOrd="0" presId="urn:microsoft.com/office/officeart/2009/3/layout/HorizontalOrganizationChart"/>
    <dgm:cxn modelId="{B2311E44-21E6-4161-AEF6-2DAECF1FDD6C}" type="presParOf" srcId="{19799ABF-63DF-4E76-98C7-21B2CAF67B56}" destId="{5714FDDA-4C47-4E54-BD13-FF628CB0C312}" srcOrd="0" destOrd="0" presId="urn:microsoft.com/office/officeart/2009/3/layout/HorizontalOrganizationChart"/>
    <dgm:cxn modelId="{7B8447BD-C91E-4F64-923A-0EAF8090806C}" type="presParOf" srcId="{5714FDDA-4C47-4E54-BD13-FF628CB0C312}" destId="{8025C1F8-65E9-40B9-856D-24ECA6722A4B}" srcOrd="0" destOrd="0" presId="urn:microsoft.com/office/officeart/2009/3/layout/HorizontalOrganizationChart"/>
    <dgm:cxn modelId="{2608F351-C40D-4812-B067-BA8178A1605E}" type="presParOf" srcId="{5714FDDA-4C47-4E54-BD13-FF628CB0C312}" destId="{54044AE3-B4F1-4C24-AC69-AB88FE637EED}" srcOrd="1" destOrd="0" presId="urn:microsoft.com/office/officeart/2009/3/layout/HorizontalOrganizationChart"/>
    <dgm:cxn modelId="{1D3B9548-BE0B-4F2F-A078-FD3138270C46}" type="presParOf" srcId="{19799ABF-63DF-4E76-98C7-21B2CAF67B56}" destId="{BBC95984-DE71-40D6-89DB-642BA7C7184C}" srcOrd="1" destOrd="0" presId="urn:microsoft.com/office/officeart/2009/3/layout/HorizontalOrganizationChart"/>
    <dgm:cxn modelId="{A2D88DAF-AB0D-493F-BBB0-B806001E51B4}" type="presParOf" srcId="{19799ABF-63DF-4E76-98C7-21B2CAF67B56}" destId="{818A1936-98E4-4533-84B5-32FBF4CD86A4}" srcOrd="2" destOrd="0" presId="urn:microsoft.com/office/officeart/2009/3/layout/HorizontalOrganizationChart"/>
    <dgm:cxn modelId="{8FBEE869-439D-48D1-A520-F29B004B68B0}" type="presParOf" srcId="{7B5B9316-91CB-4E8E-9E2E-31DD7E72DB6F}" destId="{0BD4A570-F91E-4F34-A139-5677346B5F4F}" srcOrd="6" destOrd="0" presId="urn:microsoft.com/office/officeart/2009/3/layout/HorizontalOrganizationChart"/>
    <dgm:cxn modelId="{99ABD38E-1734-4B16-8D5F-B4F203CB6936}" type="presParOf" srcId="{7B5B9316-91CB-4E8E-9E2E-31DD7E72DB6F}" destId="{AACC4E41-4CCC-45B7-B43C-680ECA15F2EA}" srcOrd="7" destOrd="0" presId="urn:microsoft.com/office/officeart/2009/3/layout/HorizontalOrganizationChart"/>
    <dgm:cxn modelId="{06953436-7089-461A-848E-6124C0FF26C0}" type="presParOf" srcId="{AACC4E41-4CCC-45B7-B43C-680ECA15F2EA}" destId="{C8528262-106D-48F9-9E6B-5604928EE125}" srcOrd="0" destOrd="0" presId="urn:microsoft.com/office/officeart/2009/3/layout/HorizontalOrganizationChart"/>
    <dgm:cxn modelId="{A454E857-30D6-429C-BF14-30F6A8F03E46}" type="presParOf" srcId="{C8528262-106D-48F9-9E6B-5604928EE125}" destId="{C616AAC2-12F4-4B7F-B4B1-55CBC7B583D0}" srcOrd="0" destOrd="0" presId="urn:microsoft.com/office/officeart/2009/3/layout/HorizontalOrganizationChart"/>
    <dgm:cxn modelId="{7618A26D-79C2-445A-87E3-1474B402D95B}" type="presParOf" srcId="{C8528262-106D-48F9-9E6B-5604928EE125}" destId="{3DC68FE2-B90F-4797-97A8-B8328DC86F3E}" srcOrd="1" destOrd="0" presId="urn:microsoft.com/office/officeart/2009/3/layout/HorizontalOrganizationChart"/>
    <dgm:cxn modelId="{AEB04926-2AE4-42E6-AFF0-E3B48519DF27}" type="presParOf" srcId="{AACC4E41-4CCC-45B7-B43C-680ECA15F2EA}" destId="{1DCD19A5-6B5A-4FEE-9DC2-3D1140E2D746}" srcOrd="1" destOrd="0" presId="urn:microsoft.com/office/officeart/2009/3/layout/HorizontalOrganizationChart"/>
    <dgm:cxn modelId="{196E6AF6-EBB9-45FB-B0C3-9AEF72C4BCEE}" type="presParOf" srcId="{AACC4E41-4CCC-45B7-B43C-680ECA15F2EA}" destId="{F01E204C-D0E5-4A06-A9B7-8F6B823A2DD3}" srcOrd="2" destOrd="0" presId="urn:microsoft.com/office/officeart/2009/3/layout/HorizontalOrganizationChart"/>
    <dgm:cxn modelId="{E0325CA7-587A-4874-A41C-D766A1C2A20E}" type="presParOf" srcId="{7B5B9316-91CB-4E8E-9E2E-31DD7E72DB6F}" destId="{7B47CA0A-7F4B-4138-A5E0-E285DC27E95B}" srcOrd="8" destOrd="0" presId="urn:microsoft.com/office/officeart/2009/3/layout/HorizontalOrganizationChart"/>
    <dgm:cxn modelId="{5439A468-8E6E-4B2A-87A0-9DC4E23E7A05}" type="presParOf" srcId="{7B5B9316-91CB-4E8E-9E2E-31DD7E72DB6F}" destId="{5F9C0DF8-8500-461F-BEA6-92DA12525CBA}" srcOrd="9" destOrd="0" presId="urn:microsoft.com/office/officeart/2009/3/layout/HorizontalOrganizationChart"/>
    <dgm:cxn modelId="{B022D32B-552B-494F-B9D2-A7548F981927}" type="presParOf" srcId="{5F9C0DF8-8500-461F-BEA6-92DA12525CBA}" destId="{B2FE1179-4726-4443-8D27-EA6710DFA604}" srcOrd="0" destOrd="0" presId="urn:microsoft.com/office/officeart/2009/3/layout/HorizontalOrganizationChart"/>
    <dgm:cxn modelId="{2CEC2C4B-E336-490A-A66A-4E3A32566856}" type="presParOf" srcId="{B2FE1179-4726-4443-8D27-EA6710DFA604}" destId="{2E054C68-2DB5-4FEE-826C-B5A3C06F53B5}" srcOrd="0" destOrd="0" presId="urn:microsoft.com/office/officeart/2009/3/layout/HorizontalOrganizationChart"/>
    <dgm:cxn modelId="{45CECD88-BA66-4DB7-BE7C-F13E01925F62}" type="presParOf" srcId="{B2FE1179-4726-4443-8D27-EA6710DFA604}" destId="{9A2C27EC-591A-42BE-BE99-6A6B8DE189B1}" srcOrd="1" destOrd="0" presId="urn:microsoft.com/office/officeart/2009/3/layout/HorizontalOrganizationChart"/>
    <dgm:cxn modelId="{F81E4A52-9990-444D-AC27-4ABBEBC5F609}" type="presParOf" srcId="{5F9C0DF8-8500-461F-BEA6-92DA12525CBA}" destId="{D7BB7855-F99A-467A-9862-FB1BF69D839F}" srcOrd="1" destOrd="0" presId="urn:microsoft.com/office/officeart/2009/3/layout/HorizontalOrganizationChart"/>
    <dgm:cxn modelId="{A5C8C16A-016E-43FB-82AC-063158F362C4}" type="presParOf" srcId="{5F9C0DF8-8500-461F-BEA6-92DA12525CBA}" destId="{B13E5B2A-AD95-4705-A4A0-61DB28A24CCF}" srcOrd="2" destOrd="0" presId="urn:microsoft.com/office/officeart/2009/3/layout/HorizontalOrganizationChart"/>
    <dgm:cxn modelId="{0BEAD27B-0AAB-4E02-9832-6CF070BBAA9D}" type="presParOf" srcId="{8B2B52E8-89B5-4172-AE31-CC0A8E91D10C}" destId="{E28D93E7-C3B1-431A-8965-9520231BB2A4}"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579F095-346D-4764-AB21-3B43DDB0943E}" type="doc">
      <dgm:prSet loTypeId="urn:microsoft.com/office/officeart/2005/8/layout/vList3#7" loCatId="list" qsTypeId="urn:microsoft.com/office/officeart/2005/8/quickstyle/simple1" qsCatId="simple" csTypeId="urn:microsoft.com/office/officeart/2005/8/colors/accent0_3" csCatId="mainScheme"/>
      <dgm:spPr/>
      <dgm:t>
        <a:bodyPr/>
        <a:lstStyle/>
        <a:p>
          <a:endParaRPr lang="en-US"/>
        </a:p>
      </dgm:t>
    </dgm:pt>
    <dgm:pt modelId="{02AA5E22-3A9D-4C33-9C7C-60BD2D19E3AB}">
      <dgm:prSet custT="1"/>
      <dgm:spPr/>
      <dgm:t>
        <a:bodyPr/>
        <a:lstStyle/>
        <a:p>
          <a:pPr rtl="0"/>
          <a:r>
            <a:rPr lang="en-IN" sz="2400" smtClean="0">
              <a:latin typeface="Cambria" panose="02040503050406030204" pitchFamily="18" charset="0"/>
            </a:rPr>
            <a:t>Redundant Array of Independent Disks.</a:t>
          </a:r>
          <a:endParaRPr lang="en-US" sz="2400">
            <a:latin typeface="Cambria" panose="02040503050406030204" pitchFamily="18" charset="0"/>
          </a:endParaRPr>
        </a:p>
      </dgm:t>
    </dgm:pt>
    <dgm:pt modelId="{64BA1CDD-2DEF-4861-AFCE-7833304B9961}" type="parTrans" cxnId="{6458C1F1-CBB8-4C49-BD46-C2DA0D36CC86}">
      <dgm:prSet/>
      <dgm:spPr/>
      <dgm:t>
        <a:bodyPr/>
        <a:lstStyle/>
        <a:p>
          <a:endParaRPr lang="en-US"/>
        </a:p>
      </dgm:t>
    </dgm:pt>
    <dgm:pt modelId="{CF58B480-124D-4959-BF4C-B37302A8B3AA}" type="sibTrans" cxnId="{6458C1F1-CBB8-4C49-BD46-C2DA0D36CC86}">
      <dgm:prSet/>
      <dgm:spPr/>
      <dgm:t>
        <a:bodyPr/>
        <a:lstStyle/>
        <a:p>
          <a:endParaRPr lang="en-US"/>
        </a:p>
      </dgm:t>
    </dgm:pt>
    <dgm:pt modelId="{8A5A746F-FD56-41F5-9CF0-FEC3907AD593}">
      <dgm:prSet custT="1"/>
      <dgm:spPr/>
      <dgm:t>
        <a:bodyPr/>
        <a:lstStyle/>
        <a:p>
          <a:pPr rtl="0"/>
          <a:r>
            <a:rPr lang="en-IN" sz="2400" dirty="0" smtClean="0">
              <a:latin typeface="Cambria" panose="02040503050406030204" pitchFamily="18" charset="0"/>
            </a:rPr>
            <a:t>Parallel processing is used more and more to increasing speed of the CPU same we can even paralysed the I/O operation with help of redundant disks.</a:t>
          </a:r>
          <a:endParaRPr lang="en-US" sz="2400" dirty="0">
            <a:latin typeface="Cambria" panose="02040503050406030204" pitchFamily="18" charset="0"/>
          </a:endParaRPr>
        </a:p>
      </dgm:t>
    </dgm:pt>
    <dgm:pt modelId="{4AEE6B18-D7E1-4404-AB95-46B2C29921CA}" type="parTrans" cxnId="{0D4EB0DF-CA5C-45E0-8E1C-4CE6087B6867}">
      <dgm:prSet/>
      <dgm:spPr/>
      <dgm:t>
        <a:bodyPr/>
        <a:lstStyle/>
        <a:p>
          <a:endParaRPr lang="en-US"/>
        </a:p>
      </dgm:t>
    </dgm:pt>
    <dgm:pt modelId="{E5B98E06-9284-4AF1-B8A7-7501BCD98AF9}" type="sibTrans" cxnId="{0D4EB0DF-CA5C-45E0-8E1C-4CE6087B6867}">
      <dgm:prSet/>
      <dgm:spPr/>
      <dgm:t>
        <a:bodyPr/>
        <a:lstStyle/>
        <a:p>
          <a:endParaRPr lang="en-US"/>
        </a:p>
      </dgm:t>
    </dgm:pt>
    <dgm:pt modelId="{B67EF8B4-6871-465C-A046-EF74C4E12274}" type="pres">
      <dgm:prSet presAssocID="{6579F095-346D-4764-AB21-3B43DDB0943E}" presName="linearFlow" presStyleCnt="0">
        <dgm:presLayoutVars>
          <dgm:dir/>
          <dgm:resizeHandles val="exact"/>
        </dgm:presLayoutVars>
      </dgm:prSet>
      <dgm:spPr/>
      <dgm:t>
        <a:bodyPr/>
        <a:lstStyle/>
        <a:p>
          <a:endParaRPr lang="en-US"/>
        </a:p>
      </dgm:t>
    </dgm:pt>
    <dgm:pt modelId="{9B09AB90-AAEA-41FD-AAE2-C72E1C829AA2}" type="pres">
      <dgm:prSet presAssocID="{02AA5E22-3A9D-4C33-9C7C-60BD2D19E3AB}" presName="composite" presStyleCnt="0"/>
      <dgm:spPr/>
    </dgm:pt>
    <dgm:pt modelId="{D396A02C-FE85-463E-B5B3-AEA86582A263}" type="pres">
      <dgm:prSet presAssocID="{02AA5E22-3A9D-4C33-9C7C-60BD2D19E3AB}" presName="imgShp" presStyleLbl="fgImgPlace1" presStyleIdx="0" presStyleCnt="2"/>
      <dgm:spPr/>
    </dgm:pt>
    <dgm:pt modelId="{128440B0-191D-4973-87D2-FC6C84F72A4E}" type="pres">
      <dgm:prSet presAssocID="{02AA5E22-3A9D-4C33-9C7C-60BD2D19E3AB}" presName="txShp" presStyleLbl="node1" presStyleIdx="0" presStyleCnt="2">
        <dgm:presLayoutVars>
          <dgm:bulletEnabled val="1"/>
        </dgm:presLayoutVars>
      </dgm:prSet>
      <dgm:spPr/>
      <dgm:t>
        <a:bodyPr/>
        <a:lstStyle/>
        <a:p>
          <a:endParaRPr lang="en-US"/>
        </a:p>
      </dgm:t>
    </dgm:pt>
    <dgm:pt modelId="{4CB8A77F-5488-47D4-A230-B822E06E122A}" type="pres">
      <dgm:prSet presAssocID="{CF58B480-124D-4959-BF4C-B37302A8B3AA}" presName="spacing" presStyleCnt="0"/>
      <dgm:spPr/>
    </dgm:pt>
    <dgm:pt modelId="{33DC0C4E-97BF-4C5A-ADE1-AC6BC13C2728}" type="pres">
      <dgm:prSet presAssocID="{8A5A746F-FD56-41F5-9CF0-FEC3907AD593}" presName="composite" presStyleCnt="0"/>
      <dgm:spPr/>
    </dgm:pt>
    <dgm:pt modelId="{4FF91884-E91A-4265-9646-820CCA7C44B9}" type="pres">
      <dgm:prSet presAssocID="{8A5A746F-FD56-41F5-9CF0-FEC3907AD593}" presName="imgShp" presStyleLbl="fgImgPlace1" presStyleIdx="1" presStyleCnt="2"/>
      <dgm:spPr/>
    </dgm:pt>
    <dgm:pt modelId="{025D0026-C1E4-44F3-9B94-BED1F5EC8159}" type="pres">
      <dgm:prSet presAssocID="{8A5A746F-FD56-41F5-9CF0-FEC3907AD593}" presName="txShp" presStyleLbl="node1" presStyleIdx="1" presStyleCnt="2">
        <dgm:presLayoutVars>
          <dgm:bulletEnabled val="1"/>
        </dgm:presLayoutVars>
      </dgm:prSet>
      <dgm:spPr/>
      <dgm:t>
        <a:bodyPr/>
        <a:lstStyle/>
        <a:p>
          <a:endParaRPr lang="en-US"/>
        </a:p>
      </dgm:t>
    </dgm:pt>
  </dgm:ptLst>
  <dgm:cxnLst>
    <dgm:cxn modelId="{9DF01BD9-9EEC-4B01-9B13-814906D23BF5}" type="presOf" srcId="{8A5A746F-FD56-41F5-9CF0-FEC3907AD593}" destId="{025D0026-C1E4-44F3-9B94-BED1F5EC8159}" srcOrd="0" destOrd="0" presId="urn:microsoft.com/office/officeart/2005/8/layout/vList3#7"/>
    <dgm:cxn modelId="{0D4EB0DF-CA5C-45E0-8E1C-4CE6087B6867}" srcId="{6579F095-346D-4764-AB21-3B43DDB0943E}" destId="{8A5A746F-FD56-41F5-9CF0-FEC3907AD593}" srcOrd="1" destOrd="0" parTransId="{4AEE6B18-D7E1-4404-AB95-46B2C29921CA}" sibTransId="{E5B98E06-9284-4AF1-B8A7-7501BCD98AF9}"/>
    <dgm:cxn modelId="{AB5EDBD7-D931-47E7-9CA1-A8A98BA22830}" type="presOf" srcId="{6579F095-346D-4764-AB21-3B43DDB0943E}" destId="{B67EF8B4-6871-465C-A046-EF74C4E12274}" srcOrd="0" destOrd="0" presId="urn:microsoft.com/office/officeart/2005/8/layout/vList3#7"/>
    <dgm:cxn modelId="{6458C1F1-CBB8-4C49-BD46-C2DA0D36CC86}" srcId="{6579F095-346D-4764-AB21-3B43DDB0943E}" destId="{02AA5E22-3A9D-4C33-9C7C-60BD2D19E3AB}" srcOrd="0" destOrd="0" parTransId="{64BA1CDD-2DEF-4861-AFCE-7833304B9961}" sibTransId="{CF58B480-124D-4959-BF4C-B37302A8B3AA}"/>
    <dgm:cxn modelId="{4BC8D04E-A60C-40A0-B818-46CEAD63F110}" type="presOf" srcId="{02AA5E22-3A9D-4C33-9C7C-60BD2D19E3AB}" destId="{128440B0-191D-4973-87D2-FC6C84F72A4E}" srcOrd="0" destOrd="0" presId="urn:microsoft.com/office/officeart/2005/8/layout/vList3#7"/>
    <dgm:cxn modelId="{4C2D98EF-C4B0-4A14-98C7-A3A0AA1B7959}" type="presParOf" srcId="{B67EF8B4-6871-465C-A046-EF74C4E12274}" destId="{9B09AB90-AAEA-41FD-AAE2-C72E1C829AA2}" srcOrd="0" destOrd="0" presId="urn:microsoft.com/office/officeart/2005/8/layout/vList3#7"/>
    <dgm:cxn modelId="{D3F07B2D-9FFB-45C0-89CC-CA589142C32C}" type="presParOf" srcId="{9B09AB90-AAEA-41FD-AAE2-C72E1C829AA2}" destId="{D396A02C-FE85-463E-B5B3-AEA86582A263}" srcOrd="0" destOrd="0" presId="urn:microsoft.com/office/officeart/2005/8/layout/vList3#7"/>
    <dgm:cxn modelId="{7E2FD215-CC78-498C-9C14-B1C500B69412}" type="presParOf" srcId="{9B09AB90-AAEA-41FD-AAE2-C72E1C829AA2}" destId="{128440B0-191D-4973-87D2-FC6C84F72A4E}" srcOrd="1" destOrd="0" presId="urn:microsoft.com/office/officeart/2005/8/layout/vList3#7"/>
    <dgm:cxn modelId="{DD264D45-0C74-453C-BFD0-14B1CF850A14}" type="presParOf" srcId="{B67EF8B4-6871-465C-A046-EF74C4E12274}" destId="{4CB8A77F-5488-47D4-A230-B822E06E122A}" srcOrd="1" destOrd="0" presId="urn:microsoft.com/office/officeart/2005/8/layout/vList3#7"/>
    <dgm:cxn modelId="{19A3A8CE-A858-4787-B64E-A0E1414C8370}" type="presParOf" srcId="{B67EF8B4-6871-465C-A046-EF74C4E12274}" destId="{33DC0C4E-97BF-4C5A-ADE1-AC6BC13C2728}" srcOrd="2" destOrd="0" presId="urn:microsoft.com/office/officeart/2005/8/layout/vList3#7"/>
    <dgm:cxn modelId="{84E01435-9BEC-4D1A-BDD2-DB1E6C275E3D}" type="presParOf" srcId="{33DC0C4E-97BF-4C5A-ADE1-AC6BC13C2728}" destId="{4FF91884-E91A-4265-9646-820CCA7C44B9}" srcOrd="0" destOrd="0" presId="urn:microsoft.com/office/officeart/2005/8/layout/vList3#7"/>
    <dgm:cxn modelId="{3ED402F9-A5AC-46CA-83B3-4BDA3CEF9753}" type="presParOf" srcId="{33DC0C4E-97BF-4C5A-ADE1-AC6BC13C2728}" destId="{025D0026-C1E4-44F3-9B94-BED1F5EC8159}" srcOrd="1" destOrd="0" presId="urn:microsoft.com/office/officeart/2005/8/layout/vList3#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9FA589-CD13-4455-8AEC-4240073DFB08}">
      <dsp:nvSpPr>
        <dsp:cNvPr id="0" name=""/>
        <dsp:cNvSpPr/>
      </dsp:nvSpPr>
      <dsp:spPr>
        <a:xfrm>
          <a:off x="4288111" y="2648743"/>
          <a:ext cx="856701" cy="1841907"/>
        </a:xfrm>
        <a:custGeom>
          <a:avLst/>
          <a:gdLst/>
          <a:ahLst/>
          <a:cxnLst/>
          <a:rect l="0" t="0" r="0" b="0"/>
          <a:pathLst>
            <a:path>
              <a:moveTo>
                <a:pt x="0" y="0"/>
              </a:moveTo>
              <a:lnTo>
                <a:pt x="428350" y="0"/>
              </a:lnTo>
              <a:lnTo>
                <a:pt x="428350" y="1841907"/>
              </a:lnTo>
              <a:lnTo>
                <a:pt x="856701" y="1841907"/>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8CE325-0B61-44FF-BB94-076EB5108B72}">
      <dsp:nvSpPr>
        <dsp:cNvPr id="0" name=""/>
        <dsp:cNvSpPr/>
      </dsp:nvSpPr>
      <dsp:spPr>
        <a:xfrm>
          <a:off x="4288111" y="2603023"/>
          <a:ext cx="856701" cy="91440"/>
        </a:xfrm>
        <a:custGeom>
          <a:avLst/>
          <a:gdLst/>
          <a:ahLst/>
          <a:cxnLst/>
          <a:rect l="0" t="0" r="0" b="0"/>
          <a:pathLst>
            <a:path>
              <a:moveTo>
                <a:pt x="0" y="45720"/>
              </a:moveTo>
              <a:lnTo>
                <a:pt x="856701" y="4572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3AE640-5B41-46CD-A5A1-499B74FEFD6D}">
      <dsp:nvSpPr>
        <dsp:cNvPr id="0" name=""/>
        <dsp:cNvSpPr/>
      </dsp:nvSpPr>
      <dsp:spPr>
        <a:xfrm>
          <a:off x="4288111" y="806835"/>
          <a:ext cx="856701" cy="1841907"/>
        </a:xfrm>
        <a:custGeom>
          <a:avLst/>
          <a:gdLst/>
          <a:ahLst/>
          <a:cxnLst/>
          <a:rect l="0" t="0" r="0" b="0"/>
          <a:pathLst>
            <a:path>
              <a:moveTo>
                <a:pt x="0" y="1841907"/>
              </a:moveTo>
              <a:lnTo>
                <a:pt x="428350" y="1841907"/>
              </a:lnTo>
              <a:lnTo>
                <a:pt x="428350" y="0"/>
              </a:lnTo>
              <a:lnTo>
                <a:pt x="856701"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20E320-DDF8-4872-85CC-9E5F09964D56}">
      <dsp:nvSpPr>
        <dsp:cNvPr id="0" name=""/>
        <dsp:cNvSpPr/>
      </dsp:nvSpPr>
      <dsp:spPr>
        <a:xfrm>
          <a:off x="4605" y="1995508"/>
          <a:ext cx="4283505" cy="13064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Computers operate a great many kinds of devices.  Most fit into the general categories:</a:t>
          </a:r>
          <a:endParaRPr lang="en-US" sz="2200" kern="1200">
            <a:latin typeface="Cambria" panose="02040503050406030204" pitchFamily="18" charset="0"/>
          </a:endParaRPr>
        </a:p>
      </dsp:txBody>
      <dsp:txXfrm>
        <a:off x="4605" y="1995508"/>
        <a:ext cx="4283505" cy="1306469"/>
      </dsp:txXfrm>
    </dsp:sp>
    <dsp:sp modelId="{19247730-B405-4390-9E63-6FAD2E13011F}">
      <dsp:nvSpPr>
        <dsp:cNvPr id="0" name=""/>
        <dsp:cNvSpPr/>
      </dsp:nvSpPr>
      <dsp:spPr>
        <a:xfrm>
          <a:off x="5144813" y="153601"/>
          <a:ext cx="4283505" cy="13064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storage devices (disks, tapes)</a:t>
          </a:r>
          <a:endParaRPr lang="en-US" sz="2200" kern="1200">
            <a:latin typeface="Cambria" panose="02040503050406030204" pitchFamily="18" charset="0"/>
          </a:endParaRPr>
        </a:p>
      </dsp:txBody>
      <dsp:txXfrm>
        <a:off x="5144813" y="153601"/>
        <a:ext cx="4283505" cy="1306469"/>
      </dsp:txXfrm>
    </dsp:sp>
    <dsp:sp modelId="{9594EE95-C8A6-4DA4-A295-126B23099128}">
      <dsp:nvSpPr>
        <dsp:cNvPr id="0" name=""/>
        <dsp:cNvSpPr/>
      </dsp:nvSpPr>
      <dsp:spPr>
        <a:xfrm>
          <a:off x="5144813" y="1995508"/>
          <a:ext cx="4283505" cy="13064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transmission devices (network cards, modems)</a:t>
          </a:r>
          <a:endParaRPr lang="en-US" sz="2200" kern="1200">
            <a:latin typeface="Cambria" panose="02040503050406030204" pitchFamily="18" charset="0"/>
          </a:endParaRPr>
        </a:p>
      </dsp:txBody>
      <dsp:txXfrm>
        <a:off x="5144813" y="1995508"/>
        <a:ext cx="4283505" cy="1306469"/>
      </dsp:txXfrm>
    </dsp:sp>
    <dsp:sp modelId="{2BA9A1C5-8798-4CC7-87C5-C9319E0B3AA9}">
      <dsp:nvSpPr>
        <dsp:cNvPr id="0" name=""/>
        <dsp:cNvSpPr/>
      </dsp:nvSpPr>
      <dsp:spPr>
        <a:xfrm>
          <a:off x="5144813" y="3837416"/>
          <a:ext cx="4283505" cy="130646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human-interface devices (screen, keyboard, mouse).</a:t>
          </a:r>
          <a:endParaRPr lang="en-US" sz="2200" kern="1200">
            <a:latin typeface="Cambria" panose="02040503050406030204" pitchFamily="18" charset="0"/>
          </a:endParaRPr>
        </a:p>
      </dsp:txBody>
      <dsp:txXfrm>
        <a:off x="5144813" y="3837416"/>
        <a:ext cx="4283505" cy="13064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903D50-A4E1-4E67-BF60-706A26D1DF8A}">
      <dsp:nvSpPr>
        <dsp:cNvPr id="0" name=""/>
        <dsp:cNvSpPr/>
      </dsp:nvSpPr>
      <dsp:spPr>
        <a:xfrm rot="5400000">
          <a:off x="6556316" y="-2685104"/>
          <a:ext cx="1020180" cy="665073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smtClean="0">
              <a:latin typeface="Cambria" panose="02040503050406030204" pitchFamily="18" charset="0"/>
            </a:rPr>
            <a:t>block, character</a:t>
          </a:r>
          <a:endParaRPr lang="en-US" sz="2200" kern="1200">
            <a:latin typeface="Cambria" panose="02040503050406030204" pitchFamily="18" charset="0"/>
          </a:endParaRPr>
        </a:p>
      </dsp:txBody>
      <dsp:txXfrm rot="-5400000">
        <a:off x="3741039" y="179974"/>
        <a:ext cx="6600935" cy="920578"/>
      </dsp:txXfrm>
    </dsp:sp>
    <dsp:sp modelId="{659EA1C5-F813-4A53-B2B4-7710885ADD30}">
      <dsp:nvSpPr>
        <dsp:cNvPr id="0" name=""/>
        <dsp:cNvSpPr/>
      </dsp:nvSpPr>
      <dsp:spPr>
        <a:xfrm>
          <a:off x="0" y="2651"/>
          <a:ext cx="3741039" cy="127522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Two types of I/O devices</a:t>
          </a:r>
          <a:endParaRPr lang="en-US" sz="2200" kern="1200">
            <a:latin typeface="Cambria" panose="02040503050406030204" pitchFamily="18" charset="0"/>
          </a:endParaRPr>
        </a:p>
      </dsp:txBody>
      <dsp:txXfrm>
        <a:off x="62251" y="64902"/>
        <a:ext cx="3616537" cy="1150723"/>
      </dsp:txXfrm>
    </dsp:sp>
    <dsp:sp modelId="{A7C4B286-41F1-471E-9C2F-17C5FAD9D09D}">
      <dsp:nvSpPr>
        <dsp:cNvPr id="0" name=""/>
        <dsp:cNvSpPr/>
      </dsp:nvSpPr>
      <dsp:spPr>
        <a:xfrm rot="5400000">
          <a:off x="6556316" y="-1346117"/>
          <a:ext cx="1020180" cy="665073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can read blocks independently of one another</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Hard disks, CD-ROMs, USB sticks</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smtClean="0">
              <a:latin typeface="Cambria" panose="02040503050406030204" pitchFamily="18" charset="0"/>
            </a:rPr>
            <a:t>512  bytes to 32,768 bytes</a:t>
          </a:r>
          <a:endParaRPr lang="en-US" sz="2200" kern="1200">
            <a:latin typeface="Cambria" panose="02040503050406030204" pitchFamily="18" charset="0"/>
          </a:endParaRPr>
        </a:p>
      </dsp:txBody>
      <dsp:txXfrm rot="-5400000">
        <a:off x="3741039" y="1518961"/>
        <a:ext cx="6600935" cy="920578"/>
      </dsp:txXfrm>
    </dsp:sp>
    <dsp:sp modelId="{C66874A5-8340-48A3-9625-D44094B0ADAA}">
      <dsp:nvSpPr>
        <dsp:cNvPr id="0" name=""/>
        <dsp:cNvSpPr/>
      </dsp:nvSpPr>
      <dsp:spPr>
        <a:xfrm>
          <a:off x="0" y="1341637"/>
          <a:ext cx="3741039" cy="127522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Block device:</a:t>
          </a:r>
          <a:endParaRPr lang="en-US" sz="2200" kern="1200">
            <a:latin typeface="Cambria" panose="02040503050406030204" pitchFamily="18" charset="0"/>
          </a:endParaRPr>
        </a:p>
      </dsp:txBody>
      <dsp:txXfrm>
        <a:off x="62251" y="1403888"/>
        <a:ext cx="3616537" cy="1150723"/>
      </dsp:txXfrm>
    </dsp:sp>
    <dsp:sp modelId="{F1F8509A-1972-428A-99B7-686A11AFB916}">
      <dsp:nvSpPr>
        <dsp:cNvPr id="0" name=""/>
        <dsp:cNvSpPr/>
      </dsp:nvSpPr>
      <dsp:spPr>
        <a:xfrm rot="5400000">
          <a:off x="6556316" y="-7131"/>
          <a:ext cx="1020180" cy="665073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accepts characters without regard to block structure</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smtClean="0">
              <a:latin typeface="Cambria" panose="02040503050406030204" pitchFamily="18" charset="0"/>
            </a:rPr>
            <a:t>Printers, mouse, network interfaces</a:t>
          </a:r>
          <a:endParaRPr lang="en-US" sz="2200" kern="1200">
            <a:latin typeface="Cambria" panose="02040503050406030204" pitchFamily="18" charset="0"/>
          </a:endParaRPr>
        </a:p>
      </dsp:txBody>
      <dsp:txXfrm rot="-5400000">
        <a:off x="3741039" y="2857948"/>
        <a:ext cx="6600935" cy="920578"/>
      </dsp:txXfrm>
    </dsp:sp>
    <dsp:sp modelId="{2BBC1D3F-3F02-45CD-B629-75A62F431EFB}">
      <dsp:nvSpPr>
        <dsp:cNvPr id="0" name=""/>
        <dsp:cNvSpPr/>
      </dsp:nvSpPr>
      <dsp:spPr>
        <a:xfrm>
          <a:off x="0" y="2680624"/>
          <a:ext cx="3741039" cy="127522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Character device:</a:t>
          </a:r>
          <a:endParaRPr lang="en-US" sz="2200" kern="1200">
            <a:latin typeface="Cambria" panose="02040503050406030204" pitchFamily="18" charset="0"/>
          </a:endParaRPr>
        </a:p>
      </dsp:txBody>
      <dsp:txXfrm>
        <a:off x="62251" y="2742875"/>
        <a:ext cx="3616537" cy="1150723"/>
      </dsp:txXfrm>
    </dsp:sp>
    <dsp:sp modelId="{FBD370D8-9142-4597-B480-8C14D0B51535}">
      <dsp:nvSpPr>
        <dsp:cNvPr id="0" name=""/>
        <dsp:cNvSpPr/>
      </dsp:nvSpPr>
      <dsp:spPr>
        <a:xfrm rot="5400000">
          <a:off x="6556316" y="1331855"/>
          <a:ext cx="1020180" cy="665073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e.g. clocks don’t fit</a:t>
          </a:r>
          <a:endParaRPr lang="en-US" sz="2200" kern="1200" dirty="0">
            <a:latin typeface="Cambria" panose="02040503050406030204" pitchFamily="18" charset="0"/>
          </a:endParaRPr>
        </a:p>
      </dsp:txBody>
      <dsp:txXfrm rot="-5400000">
        <a:off x="3741039" y="4196934"/>
        <a:ext cx="6600935" cy="920578"/>
      </dsp:txXfrm>
    </dsp:sp>
    <dsp:sp modelId="{67231E76-25D2-40D2-AD3E-CB13D477BD1D}">
      <dsp:nvSpPr>
        <dsp:cNvPr id="0" name=""/>
        <dsp:cNvSpPr/>
      </dsp:nvSpPr>
      <dsp:spPr>
        <a:xfrm>
          <a:off x="0" y="4019610"/>
          <a:ext cx="3741039" cy="127522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Not everything fits:</a:t>
          </a:r>
          <a:endParaRPr lang="en-US" sz="2200" kern="1200" dirty="0">
            <a:latin typeface="Cambria" panose="02040503050406030204" pitchFamily="18" charset="0"/>
          </a:endParaRPr>
        </a:p>
      </dsp:txBody>
      <dsp:txXfrm>
        <a:off x="62251" y="4081861"/>
        <a:ext cx="3616537" cy="11507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72534-647B-4962-A0C8-424AB2A610EF}">
      <dsp:nvSpPr>
        <dsp:cNvPr id="0" name=""/>
        <dsp:cNvSpPr/>
      </dsp:nvSpPr>
      <dsp:spPr>
        <a:xfrm>
          <a:off x="2901" y="169858"/>
          <a:ext cx="6423297" cy="1267035"/>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I/O unit has two components:</a:t>
          </a:r>
          <a:endParaRPr lang="en-US" sz="2200" kern="1200">
            <a:latin typeface="Cambria" panose="02040503050406030204" pitchFamily="18" charset="0"/>
          </a:endParaRPr>
        </a:p>
      </dsp:txBody>
      <dsp:txXfrm>
        <a:off x="40011" y="206968"/>
        <a:ext cx="6349077" cy="1192815"/>
      </dsp:txXfrm>
    </dsp:sp>
    <dsp:sp modelId="{B51E240B-CF0B-4A5A-91BA-A26C20806760}">
      <dsp:nvSpPr>
        <dsp:cNvPr id="0" name=""/>
        <dsp:cNvSpPr/>
      </dsp:nvSpPr>
      <dsp:spPr>
        <a:xfrm>
          <a:off x="645231" y="1436894"/>
          <a:ext cx="642329" cy="1081527"/>
        </a:xfrm>
        <a:custGeom>
          <a:avLst/>
          <a:gdLst/>
          <a:ahLst/>
          <a:cxnLst/>
          <a:rect l="0" t="0" r="0" b="0"/>
          <a:pathLst>
            <a:path>
              <a:moveTo>
                <a:pt x="0" y="0"/>
              </a:moveTo>
              <a:lnTo>
                <a:pt x="0" y="1081527"/>
              </a:lnTo>
              <a:lnTo>
                <a:pt x="642329" y="1081527"/>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0F7290-52AA-4BE5-AE8F-40E227A6DF29}">
      <dsp:nvSpPr>
        <dsp:cNvPr id="0" name=""/>
        <dsp:cNvSpPr/>
      </dsp:nvSpPr>
      <dsp:spPr>
        <a:xfrm>
          <a:off x="1287561" y="1928748"/>
          <a:ext cx="8525049" cy="1179347"/>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t" anchorCtr="0">
          <a:noAutofit/>
        </a:bodyPr>
        <a:lstStyle/>
        <a:p>
          <a:pPr lvl="0" algn="l" defTabSz="977900" rtl="0">
            <a:lnSpc>
              <a:spcPct val="90000"/>
            </a:lnSpc>
            <a:spcBef>
              <a:spcPct val="0"/>
            </a:spcBef>
            <a:spcAft>
              <a:spcPct val="35000"/>
            </a:spcAft>
          </a:pPr>
          <a:r>
            <a:rPr lang="en-US" sz="2200" kern="1200" dirty="0" smtClean="0">
              <a:latin typeface="Cambria" panose="02040503050406030204" pitchFamily="18" charset="0"/>
            </a:rPr>
            <a:t>Mechanical components </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IN" sz="2200" kern="1200" dirty="0" smtClean="0">
              <a:latin typeface="Cambria" panose="02040503050406030204" pitchFamily="18" charset="0"/>
            </a:rPr>
            <a:t>Device itself.</a:t>
          </a:r>
          <a:endParaRPr lang="en-US" sz="2200" kern="1200" dirty="0">
            <a:latin typeface="Cambria" panose="02040503050406030204" pitchFamily="18" charset="0"/>
          </a:endParaRPr>
        </a:p>
      </dsp:txBody>
      <dsp:txXfrm>
        <a:off x="1322103" y="1963290"/>
        <a:ext cx="8455965" cy="1110263"/>
      </dsp:txXfrm>
    </dsp:sp>
    <dsp:sp modelId="{6E5570C2-B028-4435-8446-C3A3EDD2245F}">
      <dsp:nvSpPr>
        <dsp:cNvPr id="0" name=""/>
        <dsp:cNvSpPr/>
      </dsp:nvSpPr>
      <dsp:spPr>
        <a:xfrm>
          <a:off x="645231" y="1436894"/>
          <a:ext cx="642329" cy="3146763"/>
        </a:xfrm>
        <a:custGeom>
          <a:avLst/>
          <a:gdLst/>
          <a:ahLst/>
          <a:cxnLst/>
          <a:rect l="0" t="0" r="0" b="0"/>
          <a:pathLst>
            <a:path>
              <a:moveTo>
                <a:pt x="0" y="0"/>
              </a:moveTo>
              <a:lnTo>
                <a:pt x="0" y="3146763"/>
              </a:lnTo>
              <a:lnTo>
                <a:pt x="642329" y="3146763"/>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455DDC-AECE-4C61-BCED-2E310623EB60}">
      <dsp:nvSpPr>
        <dsp:cNvPr id="0" name=""/>
        <dsp:cNvSpPr/>
      </dsp:nvSpPr>
      <dsp:spPr>
        <a:xfrm>
          <a:off x="1287561" y="3599950"/>
          <a:ext cx="8525049" cy="1967415"/>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t" anchorCtr="0">
          <a:noAutofit/>
        </a:bodyPr>
        <a:lstStyle/>
        <a:p>
          <a:pPr lvl="0" algn="l" defTabSz="977900" rtl="0">
            <a:lnSpc>
              <a:spcPct val="90000"/>
            </a:lnSpc>
            <a:spcBef>
              <a:spcPct val="0"/>
            </a:spcBef>
            <a:spcAft>
              <a:spcPct val="35000"/>
            </a:spcAft>
          </a:pPr>
          <a:r>
            <a:rPr lang="en-US" sz="2200" kern="1200" dirty="0" smtClean="0">
              <a:latin typeface="Cambria" panose="02040503050406030204" pitchFamily="18" charset="0"/>
            </a:rPr>
            <a:t>Electronic components:</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IN" sz="2200" kern="1200" dirty="0" smtClean="0">
              <a:latin typeface="Cambria" panose="02040503050406030204" pitchFamily="18" charset="0"/>
            </a:rPr>
            <a:t>Known as device controller.</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altLang="en-US" sz="2200" kern="1200" dirty="0" smtClean="0">
              <a:latin typeface="Cambria" panose="02040503050406030204" pitchFamily="18" charset="0"/>
              <a:ea typeface="ＭＳ Ｐゴシック" panose="020B0600070205080204" pitchFamily="34" charset="-128"/>
            </a:rPr>
            <a:t>The controller card usually has a connector on it, into which a cable leading to the device itself can be plugged.</a:t>
          </a:r>
          <a:endParaRPr lang="en-US" sz="2200" kern="1200" dirty="0">
            <a:latin typeface="Cambria" panose="02040503050406030204" pitchFamily="18" charset="0"/>
          </a:endParaRPr>
        </a:p>
      </dsp:txBody>
      <dsp:txXfrm>
        <a:off x="1345185" y="3657574"/>
        <a:ext cx="8409801" cy="18521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3BF1A-C96E-4F40-99F8-482FF8D555FC}">
      <dsp:nvSpPr>
        <dsp:cNvPr id="0" name=""/>
        <dsp:cNvSpPr/>
      </dsp:nvSpPr>
      <dsp:spPr>
        <a:xfrm>
          <a:off x="0" y="420612"/>
          <a:ext cx="9815512" cy="19530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1793" tIns="416560" rIns="761793" bIns="142240" numCol="1" spcCol="1270" anchor="t" anchorCtr="0">
          <a:noAutofit/>
        </a:bodyPr>
        <a:lstStyle/>
        <a:p>
          <a:pPr marL="228600" lvl="1" indent="-228600" algn="just" defTabSz="889000" rtl="0">
            <a:lnSpc>
              <a:spcPct val="90000"/>
            </a:lnSpc>
            <a:spcBef>
              <a:spcPct val="0"/>
            </a:spcBef>
            <a:spcAft>
              <a:spcPct val="15000"/>
            </a:spcAft>
            <a:buChar char="••"/>
          </a:pPr>
          <a:r>
            <a:rPr lang="en-US" sz="2000" kern="1200" dirty="0" smtClean="0">
              <a:latin typeface="Cambria" panose="02040503050406030204" pitchFamily="18" charset="0"/>
            </a:rPr>
            <a:t>convert the serial bit stream into a block of bytes and perform any error correction: </a:t>
          </a:r>
          <a:endParaRPr lang="en-US" sz="2000" kern="1200" dirty="0">
            <a:latin typeface="Cambria" panose="02040503050406030204" pitchFamily="18" charset="0"/>
          </a:endParaRPr>
        </a:p>
        <a:p>
          <a:pPr marL="228600" lvl="1" indent="-228600" algn="just" defTabSz="889000" rtl="0">
            <a:lnSpc>
              <a:spcPct val="90000"/>
            </a:lnSpc>
            <a:spcBef>
              <a:spcPct val="0"/>
            </a:spcBef>
            <a:spcAft>
              <a:spcPct val="15000"/>
            </a:spcAft>
            <a:buChar char="••"/>
          </a:pPr>
          <a:r>
            <a:rPr lang="en-US" sz="2000" kern="1200" dirty="0" smtClean="0">
              <a:latin typeface="Cambria" panose="02040503050406030204" pitchFamily="18" charset="0"/>
            </a:rPr>
            <a:t>The block of bytes is typically first assembled, bit by bit, in a buffer inside the controller. After its checksum has been verified and the block declared to be error free, it can then be copied to main memory or disk.</a:t>
          </a:r>
          <a:endParaRPr lang="en-US" sz="2000" kern="1200" dirty="0">
            <a:latin typeface="Cambria" panose="02040503050406030204" pitchFamily="18" charset="0"/>
          </a:endParaRPr>
        </a:p>
      </dsp:txBody>
      <dsp:txXfrm>
        <a:off x="0" y="420612"/>
        <a:ext cx="9815512" cy="1953000"/>
      </dsp:txXfrm>
    </dsp:sp>
    <dsp:sp modelId="{8A2A1D49-1416-4612-86B6-2E9E281FE718}">
      <dsp:nvSpPr>
        <dsp:cNvPr id="0" name=""/>
        <dsp:cNvSpPr/>
      </dsp:nvSpPr>
      <dsp:spPr>
        <a:xfrm>
          <a:off x="490775" y="125412"/>
          <a:ext cx="6870858" cy="5904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702" tIns="0" rIns="259702" bIns="0" numCol="1" spcCol="1270" anchor="ctr" anchorCtr="0">
          <a:noAutofit/>
        </a:bodyPr>
        <a:lstStyle/>
        <a:p>
          <a:pPr lvl="0" algn="just" defTabSz="889000" rtl="0">
            <a:lnSpc>
              <a:spcPct val="90000"/>
            </a:lnSpc>
            <a:spcBef>
              <a:spcPct val="0"/>
            </a:spcBef>
            <a:spcAft>
              <a:spcPct val="35000"/>
            </a:spcAft>
          </a:pPr>
          <a:r>
            <a:rPr lang="en-US" sz="2000" kern="1200" smtClean="0">
              <a:latin typeface="Cambria" panose="02040503050406030204" pitchFamily="18" charset="0"/>
            </a:rPr>
            <a:t>Device controller for disk:</a:t>
          </a:r>
          <a:endParaRPr lang="en-US" sz="2000" kern="1200">
            <a:latin typeface="Cambria" panose="02040503050406030204" pitchFamily="18" charset="0"/>
          </a:endParaRPr>
        </a:p>
      </dsp:txBody>
      <dsp:txXfrm>
        <a:off x="519596" y="154233"/>
        <a:ext cx="6813216" cy="532758"/>
      </dsp:txXfrm>
    </dsp:sp>
    <dsp:sp modelId="{EBA5FD0E-84E8-4CB5-A968-96242D000575}">
      <dsp:nvSpPr>
        <dsp:cNvPr id="0" name=""/>
        <dsp:cNvSpPr/>
      </dsp:nvSpPr>
      <dsp:spPr>
        <a:xfrm>
          <a:off x="0" y="2776812"/>
          <a:ext cx="9815512" cy="28350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1793" tIns="416560" rIns="761793" bIns="142240" numCol="1" spcCol="1270" anchor="t" anchorCtr="0">
          <a:noAutofit/>
        </a:bodyPr>
        <a:lstStyle/>
        <a:p>
          <a:pPr marL="228600" lvl="1" indent="-228600" algn="just" defTabSz="889000" rtl="0">
            <a:lnSpc>
              <a:spcPct val="90000"/>
            </a:lnSpc>
            <a:spcBef>
              <a:spcPct val="0"/>
            </a:spcBef>
            <a:spcAft>
              <a:spcPct val="15000"/>
            </a:spcAft>
            <a:buChar char="••"/>
          </a:pPr>
          <a:r>
            <a:rPr lang="en-US" sz="2000" kern="1200" smtClean="0">
              <a:latin typeface="Cambria" panose="02040503050406030204" pitchFamily="18" charset="0"/>
            </a:rPr>
            <a:t>It reads bytes containing the characters to be displayed from memory and generates the signals used to modulate the CRT beam to cause it to write on the screen.</a:t>
          </a:r>
          <a:endParaRPr lang="en-US" sz="2000" kern="1200">
            <a:latin typeface="Cambria" panose="02040503050406030204" pitchFamily="18" charset="0"/>
          </a:endParaRPr>
        </a:p>
        <a:p>
          <a:pPr marL="228600" lvl="1" indent="-228600" algn="just" defTabSz="889000" rtl="0">
            <a:lnSpc>
              <a:spcPct val="90000"/>
            </a:lnSpc>
            <a:spcBef>
              <a:spcPct val="0"/>
            </a:spcBef>
            <a:spcAft>
              <a:spcPct val="15000"/>
            </a:spcAft>
            <a:buChar char="••"/>
          </a:pPr>
          <a:r>
            <a:rPr lang="en-US" sz="2000" kern="1200" smtClean="0">
              <a:latin typeface="Cambria" panose="02040503050406030204" pitchFamily="18" charset="0"/>
            </a:rPr>
            <a:t>The controller also generates the signals for making the CRT beam do a horizontal retrace after it has finished a scan line, as well as the signals for making it do a vertical retrace after the entire screen has been scanned. </a:t>
          </a:r>
          <a:endParaRPr lang="en-US" sz="2000" kern="1200">
            <a:latin typeface="Cambria" panose="02040503050406030204" pitchFamily="18" charset="0"/>
          </a:endParaRPr>
        </a:p>
        <a:p>
          <a:pPr marL="228600" lvl="1" indent="-228600" algn="just" defTabSz="889000" rtl="0">
            <a:lnSpc>
              <a:spcPct val="90000"/>
            </a:lnSpc>
            <a:spcBef>
              <a:spcPct val="0"/>
            </a:spcBef>
            <a:spcAft>
              <a:spcPct val="15000"/>
            </a:spcAft>
            <a:buChar char="••"/>
          </a:pPr>
          <a:r>
            <a:rPr lang="en-US" sz="2000" kern="1200" dirty="0" smtClean="0">
              <a:latin typeface="Cambria" panose="02040503050406030204" pitchFamily="18" charset="0"/>
            </a:rPr>
            <a:t>If it were not for the CRT controller, the operating system programmer would have to explicitly program the analog scanning of the tube. </a:t>
          </a:r>
          <a:endParaRPr lang="en-US" sz="2000" kern="1200" dirty="0">
            <a:latin typeface="Cambria" panose="02040503050406030204" pitchFamily="18" charset="0"/>
          </a:endParaRPr>
        </a:p>
      </dsp:txBody>
      <dsp:txXfrm>
        <a:off x="0" y="2776812"/>
        <a:ext cx="9815512" cy="2835000"/>
      </dsp:txXfrm>
    </dsp:sp>
    <dsp:sp modelId="{8AB2EB9A-C7C9-42ED-BF01-DE31E601FE97}">
      <dsp:nvSpPr>
        <dsp:cNvPr id="0" name=""/>
        <dsp:cNvSpPr/>
      </dsp:nvSpPr>
      <dsp:spPr>
        <a:xfrm>
          <a:off x="490775" y="2481612"/>
          <a:ext cx="6870858" cy="5904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702" tIns="0" rIns="259702" bIns="0" numCol="1" spcCol="1270" anchor="ctr" anchorCtr="0">
          <a:noAutofit/>
        </a:bodyPr>
        <a:lstStyle/>
        <a:p>
          <a:pPr lvl="0" algn="just" defTabSz="889000" rtl="0">
            <a:lnSpc>
              <a:spcPct val="90000"/>
            </a:lnSpc>
            <a:spcBef>
              <a:spcPct val="0"/>
            </a:spcBef>
            <a:spcAft>
              <a:spcPct val="35000"/>
            </a:spcAft>
          </a:pPr>
          <a:r>
            <a:rPr lang="en-US" sz="2000" kern="1200" smtClean="0">
              <a:latin typeface="Cambria" panose="02040503050406030204" pitchFamily="18" charset="0"/>
            </a:rPr>
            <a:t>The controller for a monitor:</a:t>
          </a:r>
          <a:endParaRPr lang="en-US" sz="2000" kern="1200">
            <a:latin typeface="Cambria" panose="02040503050406030204" pitchFamily="18" charset="0"/>
          </a:endParaRPr>
        </a:p>
      </dsp:txBody>
      <dsp:txXfrm>
        <a:off x="519596" y="2510433"/>
        <a:ext cx="6813216"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70B2C8-8A43-4D00-9EEA-EC429451C358}">
      <dsp:nvSpPr>
        <dsp:cNvPr id="0" name=""/>
        <dsp:cNvSpPr/>
      </dsp:nvSpPr>
      <dsp:spPr>
        <a:xfrm rot="10800000">
          <a:off x="2305768" y="53"/>
          <a:ext cx="6992874" cy="2177622"/>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271" tIns="83820" rIns="156464" bIns="8382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Each controller has a few </a:t>
          </a:r>
          <a:r>
            <a:rPr lang="en-US" sz="2200" b="1" i="1" kern="1200" dirty="0" smtClean="0">
              <a:latin typeface="Cambria" panose="02040503050406030204" pitchFamily="18" charset="0"/>
            </a:rPr>
            <a:t>registers</a:t>
          </a:r>
          <a:r>
            <a:rPr lang="en-US" sz="2200" kern="1200" dirty="0" smtClean="0">
              <a:latin typeface="Cambria" panose="02040503050406030204" pitchFamily="18" charset="0"/>
            </a:rPr>
            <a:t> that are used for communicating with the CPU. By writing into these registers, the operating system can command the device to deliver data, accept data, switch itself on or off, or otherwise perform some action. </a:t>
          </a:r>
          <a:endParaRPr lang="en-US" sz="2200" kern="1200" dirty="0">
            <a:latin typeface="Cambria" panose="02040503050406030204" pitchFamily="18" charset="0"/>
          </a:endParaRPr>
        </a:p>
      </dsp:txBody>
      <dsp:txXfrm rot="10800000">
        <a:off x="2850173" y="53"/>
        <a:ext cx="6448469" cy="2177622"/>
      </dsp:txXfrm>
    </dsp:sp>
    <dsp:sp modelId="{F6E00882-F622-4D7F-B221-9175428E4517}">
      <dsp:nvSpPr>
        <dsp:cNvPr id="0" name=""/>
        <dsp:cNvSpPr/>
      </dsp:nvSpPr>
      <dsp:spPr>
        <a:xfrm>
          <a:off x="1216957" y="53"/>
          <a:ext cx="2177622" cy="2177622"/>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67432C-DE1C-4BCD-BED8-CEB8FFCD789B}">
      <dsp:nvSpPr>
        <dsp:cNvPr id="0" name=""/>
        <dsp:cNvSpPr/>
      </dsp:nvSpPr>
      <dsp:spPr>
        <a:xfrm rot="10800000">
          <a:off x="2305768" y="2827712"/>
          <a:ext cx="6992874" cy="2177622"/>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271" tIns="83820" rIns="156464" bIns="8382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In addition to this many devices have a </a:t>
          </a:r>
          <a:r>
            <a:rPr lang="en-US" sz="2200" b="1" i="1" kern="1200" dirty="0" smtClean="0">
              <a:latin typeface="Cambria" panose="02040503050406030204" pitchFamily="18" charset="0"/>
            </a:rPr>
            <a:t>data buffer </a:t>
          </a:r>
          <a:r>
            <a:rPr lang="en-US" sz="2200" kern="1200" dirty="0" smtClean="0">
              <a:latin typeface="Cambria" panose="02040503050406030204" pitchFamily="18" charset="0"/>
            </a:rPr>
            <a:t>that the operating system can read and write. </a:t>
          </a:r>
          <a:endParaRPr lang="en-US" sz="2200" kern="1200" dirty="0">
            <a:latin typeface="Cambria" panose="02040503050406030204" pitchFamily="18" charset="0"/>
          </a:endParaRPr>
        </a:p>
      </dsp:txBody>
      <dsp:txXfrm rot="10800000">
        <a:off x="2850173" y="2827712"/>
        <a:ext cx="6448469" cy="2177622"/>
      </dsp:txXfrm>
    </dsp:sp>
    <dsp:sp modelId="{29DAD8FE-83C2-43A7-AF60-4F7AB95C2EC7}">
      <dsp:nvSpPr>
        <dsp:cNvPr id="0" name=""/>
        <dsp:cNvSpPr/>
      </dsp:nvSpPr>
      <dsp:spPr>
        <a:xfrm>
          <a:off x="1216957" y="2827712"/>
          <a:ext cx="2177622" cy="2177622"/>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86440-B741-4EE0-BE54-014672B9CB43}">
      <dsp:nvSpPr>
        <dsp:cNvPr id="0" name=""/>
        <dsp:cNvSpPr/>
      </dsp:nvSpPr>
      <dsp:spPr>
        <a:xfrm rot="10800000">
          <a:off x="2304048" y="816"/>
          <a:ext cx="6992874" cy="2170742"/>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7237" tIns="83820" rIns="156464" bIns="8382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The issue thus arises of how the CPU communicates with the control registers and the device data buffers. </a:t>
          </a:r>
          <a:endParaRPr lang="en-US" sz="2200" kern="1200" dirty="0">
            <a:latin typeface="Cambria" panose="02040503050406030204" pitchFamily="18" charset="0"/>
          </a:endParaRPr>
        </a:p>
      </dsp:txBody>
      <dsp:txXfrm rot="10800000">
        <a:off x="2846733" y="816"/>
        <a:ext cx="6450189" cy="2170742"/>
      </dsp:txXfrm>
    </dsp:sp>
    <dsp:sp modelId="{90EB7711-4708-41B7-9216-57FB012D87E4}">
      <dsp:nvSpPr>
        <dsp:cNvPr id="0" name=""/>
        <dsp:cNvSpPr/>
      </dsp:nvSpPr>
      <dsp:spPr>
        <a:xfrm>
          <a:off x="1218677" y="816"/>
          <a:ext cx="2170742" cy="2170742"/>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AE3AF2-0079-406F-BA0E-15DABE5BD223}">
      <dsp:nvSpPr>
        <dsp:cNvPr id="0" name=""/>
        <dsp:cNvSpPr/>
      </dsp:nvSpPr>
      <dsp:spPr>
        <a:xfrm rot="10800000">
          <a:off x="2304048" y="2819541"/>
          <a:ext cx="6992874" cy="2170742"/>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7237" tIns="83820" rIns="156464" bIns="83820" numCol="1" spcCol="1270" anchor="t" anchorCtr="0">
          <a:noAutofit/>
        </a:bodyPr>
        <a:lstStyle/>
        <a:p>
          <a:pPr lvl="0" algn="l" defTabSz="977900" rtl="0">
            <a:lnSpc>
              <a:spcPct val="90000"/>
            </a:lnSpc>
            <a:spcBef>
              <a:spcPct val="0"/>
            </a:spcBef>
            <a:spcAft>
              <a:spcPct val="35000"/>
            </a:spcAft>
          </a:pPr>
          <a:r>
            <a:rPr lang="en-US" sz="2200" kern="1200" dirty="0" smtClean="0">
              <a:latin typeface="Cambria" panose="02040503050406030204" pitchFamily="18" charset="0"/>
            </a:rPr>
            <a:t>Two alternatives exist. In the first approach, each control register is assigned an I/O port number, an 8- or 16-bit integer. Using a special I/O instruction such as</a:t>
          </a:r>
          <a:endParaRPr lang="en-US" sz="2200" kern="1200" dirty="0">
            <a:latin typeface="Cambria" panose="02040503050406030204" pitchFamily="18" charset="0"/>
          </a:endParaRPr>
        </a:p>
        <a:p>
          <a:pPr marL="171450" lvl="1" indent="-171450" algn="l" defTabSz="755650" rtl="0">
            <a:lnSpc>
              <a:spcPct val="90000"/>
            </a:lnSpc>
            <a:spcBef>
              <a:spcPct val="0"/>
            </a:spcBef>
            <a:spcAft>
              <a:spcPct val="15000"/>
            </a:spcAft>
            <a:buChar char="••"/>
          </a:pPr>
          <a:r>
            <a:rPr lang="en-US" sz="1700" kern="1200" dirty="0" smtClean="0">
              <a:latin typeface="Cambria" panose="02040503050406030204" pitchFamily="18" charset="0"/>
            </a:rPr>
            <a:t>IN REG,PORT</a:t>
          </a:r>
          <a:endParaRPr lang="en-US" sz="1700" kern="1200" dirty="0">
            <a:latin typeface="Cambria" panose="02040503050406030204" pitchFamily="18" charset="0"/>
          </a:endParaRPr>
        </a:p>
        <a:p>
          <a:pPr marL="171450" lvl="1" indent="-171450" algn="l" defTabSz="755650" rtl="0">
            <a:lnSpc>
              <a:spcPct val="90000"/>
            </a:lnSpc>
            <a:spcBef>
              <a:spcPct val="0"/>
            </a:spcBef>
            <a:spcAft>
              <a:spcPct val="15000"/>
            </a:spcAft>
            <a:buChar char="••"/>
          </a:pPr>
          <a:r>
            <a:rPr lang="en-US" sz="1700" kern="1200" dirty="0" smtClean="0">
              <a:latin typeface="Cambria" panose="02040503050406030204" pitchFamily="18" charset="0"/>
            </a:rPr>
            <a:t>OUT PORT, REG</a:t>
          </a:r>
          <a:endParaRPr lang="en-US" sz="1700" kern="1200" dirty="0">
            <a:latin typeface="Cambria" panose="02040503050406030204" pitchFamily="18" charset="0"/>
          </a:endParaRPr>
        </a:p>
      </dsp:txBody>
      <dsp:txXfrm rot="10800000">
        <a:off x="2846733" y="2819541"/>
        <a:ext cx="6450189" cy="2170742"/>
      </dsp:txXfrm>
    </dsp:sp>
    <dsp:sp modelId="{D1EE0ABE-D3CC-447D-8AD8-BA2C0A221425}">
      <dsp:nvSpPr>
        <dsp:cNvPr id="0" name=""/>
        <dsp:cNvSpPr/>
      </dsp:nvSpPr>
      <dsp:spPr>
        <a:xfrm>
          <a:off x="1218677" y="2819541"/>
          <a:ext cx="2170742" cy="2170742"/>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B5611-695E-4986-89E5-4F6ECCED03F3}">
      <dsp:nvSpPr>
        <dsp:cNvPr id="0" name=""/>
        <dsp:cNvSpPr/>
      </dsp:nvSpPr>
      <dsp:spPr>
        <a:xfrm rot="10800000">
          <a:off x="2311788" y="952"/>
          <a:ext cx="6992874" cy="2201703"/>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0890" tIns="95250" rIns="177800" bIns="95250" numCol="1" spcCol="1270" anchor="ctr" anchorCtr="0">
          <a:noAutofit/>
        </a:bodyPr>
        <a:lstStyle/>
        <a:p>
          <a:pPr lvl="0" algn="ctr" defTabSz="1111250" rtl="0">
            <a:lnSpc>
              <a:spcPct val="90000"/>
            </a:lnSpc>
            <a:spcBef>
              <a:spcPct val="0"/>
            </a:spcBef>
            <a:spcAft>
              <a:spcPct val="35000"/>
            </a:spcAft>
          </a:pPr>
          <a:r>
            <a:rPr lang="en-US" sz="2500" kern="1200" dirty="0" smtClean="0">
              <a:latin typeface="Cambria" panose="02040503050406030204" pitchFamily="18" charset="0"/>
            </a:rPr>
            <a:t>The second approach is to map all the control registers into the memory space. Each control register is assigned a unique memory address to which no memory is assigned. This system is called memory-mapped I/O.</a:t>
          </a:r>
          <a:endParaRPr lang="en-US" sz="2500" kern="1200" dirty="0">
            <a:latin typeface="Cambria" panose="02040503050406030204" pitchFamily="18" charset="0"/>
          </a:endParaRPr>
        </a:p>
      </dsp:txBody>
      <dsp:txXfrm rot="10800000">
        <a:off x="2862214" y="952"/>
        <a:ext cx="6442448" cy="2201703"/>
      </dsp:txXfrm>
    </dsp:sp>
    <dsp:sp modelId="{B7AE4246-C690-49C3-BBAA-362510DCE9B9}">
      <dsp:nvSpPr>
        <dsp:cNvPr id="0" name=""/>
        <dsp:cNvSpPr/>
      </dsp:nvSpPr>
      <dsp:spPr>
        <a:xfrm>
          <a:off x="1210937" y="952"/>
          <a:ext cx="2201703" cy="2201703"/>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C66D38-F404-46B1-99C7-30153DA26996}">
      <dsp:nvSpPr>
        <dsp:cNvPr id="0" name=""/>
        <dsp:cNvSpPr/>
      </dsp:nvSpPr>
      <dsp:spPr>
        <a:xfrm rot="10800000">
          <a:off x="2311788" y="2859881"/>
          <a:ext cx="6992874" cy="2201703"/>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0890" tIns="95250" rIns="177800" bIns="95250" numCol="1" spcCol="1270" anchor="ctr" anchorCtr="0">
          <a:noAutofit/>
        </a:bodyPr>
        <a:lstStyle/>
        <a:p>
          <a:pPr lvl="0" algn="ctr" defTabSz="1111250" rtl="0">
            <a:lnSpc>
              <a:spcPct val="90000"/>
            </a:lnSpc>
            <a:spcBef>
              <a:spcPct val="0"/>
            </a:spcBef>
            <a:spcAft>
              <a:spcPct val="35000"/>
            </a:spcAft>
          </a:pPr>
          <a:r>
            <a:rPr lang="en-US" sz="2500" kern="1200" dirty="0" smtClean="0">
              <a:latin typeface="Cambria" panose="02040503050406030204" pitchFamily="18" charset="0"/>
            </a:rPr>
            <a:t>A hybrid scheme, with memory-mapped I/O data buffers and separate I/O ports for the control registers.</a:t>
          </a:r>
          <a:endParaRPr lang="en-US" sz="2500" kern="1200" dirty="0">
            <a:latin typeface="Cambria" panose="02040503050406030204" pitchFamily="18" charset="0"/>
          </a:endParaRPr>
        </a:p>
      </dsp:txBody>
      <dsp:txXfrm rot="10800000">
        <a:off x="2862214" y="2859881"/>
        <a:ext cx="6442448" cy="2201703"/>
      </dsp:txXfrm>
    </dsp:sp>
    <dsp:sp modelId="{93C95825-BF1F-4E3C-823F-F658782441D7}">
      <dsp:nvSpPr>
        <dsp:cNvPr id="0" name=""/>
        <dsp:cNvSpPr/>
      </dsp:nvSpPr>
      <dsp:spPr>
        <a:xfrm>
          <a:off x="1210937" y="2859881"/>
          <a:ext cx="2201703" cy="2201703"/>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3AB70-3ECF-4134-AA51-DE7B7267CC46}">
      <dsp:nvSpPr>
        <dsp:cNvPr id="0" name=""/>
        <dsp:cNvSpPr/>
      </dsp:nvSpPr>
      <dsp:spPr>
        <a:xfrm rot="5400000">
          <a:off x="5187890" y="-1673819"/>
          <a:ext cx="1969381" cy="5809488"/>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rtl="0">
            <a:lnSpc>
              <a:spcPct val="90000"/>
            </a:lnSpc>
            <a:spcBef>
              <a:spcPct val="0"/>
            </a:spcBef>
            <a:spcAft>
              <a:spcPct val="15000"/>
            </a:spcAft>
            <a:buChar char="••"/>
          </a:pPr>
          <a:r>
            <a:rPr lang="en-IN" sz="2200" kern="1200" dirty="0" smtClean="0">
              <a:latin typeface="Cambria" panose="02040503050406030204" pitchFamily="18" charset="0"/>
            </a:rPr>
            <a:t>If CPU want to read word, </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smtClean="0">
              <a:latin typeface="Cambria" panose="02040503050406030204" pitchFamily="18" charset="0"/>
            </a:rPr>
            <a:t>Puts read SIGNAL on control line</a:t>
          </a:r>
          <a:endParaRPr lang="en-US" sz="2200" kern="120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Put address on address line</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IN" sz="2200" kern="1200" smtClean="0">
              <a:latin typeface="Cambria" panose="02040503050406030204" pitchFamily="18" charset="0"/>
            </a:rPr>
            <a:t>A second signal line is used to tell weather I/O space or memory space is needed.</a:t>
          </a:r>
          <a:endParaRPr lang="en-US" sz="2200" kern="1200">
            <a:latin typeface="Cambria" panose="02040503050406030204" pitchFamily="18" charset="0"/>
          </a:endParaRPr>
        </a:p>
      </dsp:txBody>
      <dsp:txXfrm rot="-5400000">
        <a:off x="3267837" y="342371"/>
        <a:ext cx="5713351" cy="1777107"/>
      </dsp:txXfrm>
    </dsp:sp>
    <dsp:sp modelId="{C2283748-A173-49F6-B2E3-AEE456EA77F4}">
      <dsp:nvSpPr>
        <dsp:cNvPr id="0" name=""/>
        <dsp:cNvSpPr/>
      </dsp:nvSpPr>
      <dsp:spPr>
        <a:xfrm>
          <a:off x="0" y="61"/>
          <a:ext cx="3267837" cy="246172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rtl="0">
            <a:lnSpc>
              <a:spcPct val="90000"/>
            </a:lnSpc>
            <a:spcBef>
              <a:spcPct val="0"/>
            </a:spcBef>
            <a:spcAft>
              <a:spcPct val="35000"/>
            </a:spcAft>
          </a:pPr>
          <a:r>
            <a:rPr lang="en-US" sz="4000" kern="1200" dirty="0" smtClean="0">
              <a:latin typeface="Cambria" panose="02040503050406030204" pitchFamily="18" charset="0"/>
            </a:rPr>
            <a:t>First scheme</a:t>
          </a:r>
          <a:endParaRPr lang="en-US" sz="4000" kern="1200" dirty="0">
            <a:latin typeface="Cambria" panose="02040503050406030204" pitchFamily="18" charset="0"/>
          </a:endParaRPr>
        </a:p>
      </dsp:txBody>
      <dsp:txXfrm>
        <a:off x="120172" y="120233"/>
        <a:ext cx="3027493" cy="2221382"/>
      </dsp:txXfrm>
    </dsp:sp>
    <dsp:sp modelId="{C6B48C1A-FD15-44CA-88F3-62014B1B30C8}">
      <dsp:nvSpPr>
        <dsp:cNvPr id="0" name=""/>
        <dsp:cNvSpPr/>
      </dsp:nvSpPr>
      <dsp:spPr>
        <a:xfrm rot="5400000">
          <a:off x="5187890" y="910994"/>
          <a:ext cx="1969381" cy="5809488"/>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rtl="0">
            <a:lnSpc>
              <a:spcPct val="90000"/>
            </a:lnSpc>
            <a:spcBef>
              <a:spcPct val="0"/>
            </a:spcBef>
            <a:spcAft>
              <a:spcPct val="15000"/>
            </a:spcAft>
            <a:buChar char="••"/>
          </a:pPr>
          <a:r>
            <a:rPr lang="en-IN" sz="2200" kern="1200" smtClean="0">
              <a:latin typeface="Cambria" panose="02040503050406030204" pitchFamily="18" charset="0"/>
            </a:rPr>
            <a:t>If CPU want to read word, </a:t>
          </a:r>
          <a:endParaRPr lang="en-US" sz="2200" kern="120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smtClean="0">
              <a:latin typeface="Cambria" panose="02040503050406030204" pitchFamily="18" charset="0"/>
            </a:rPr>
            <a:t>Puts read SIGNAL on control line</a:t>
          </a:r>
          <a:endParaRPr lang="en-US" sz="2200" kern="120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Put address on address line and let memory module and I/O devices compare address with the ranges they serve.</a:t>
          </a:r>
          <a:endParaRPr lang="en-US" sz="2200" kern="1200" dirty="0">
            <a:latin typeface="Cambria" panose="02040503050406030204" pitchFamily="18" charset="0"/>
          </a:endParaRPr>
        </a:p>
      </dsp:txBody>
      <dsp:txXfrm rot="-5400000">
        <a:off x="3267837" y="2927185"/>
        <a:ext cx="5713351" cy="1777107"/>
      </dsp:txXfrm>
    </dsp:sp>
    <dsp:sp modelId="{3EB17378-2EF1-4835-92A2-A102C8585B4E}">
      <dsp:nvSpPr>
        <dsp:cNvPr id="0" name=""/>
        <dsp:cNvSpPr/>
      </dsp:nvSpPr>
      <dsp:spPr>
        <a:xfrm>
          <a:off x="0" y="2584874"/>
          <a:ext cx="3267837" cy="246172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rtl="0">
            <a:lnSpc>
              <a:spcPct val="90000"/>
            </a:lnSpc>
            <a:spcBef>
              <a:spcPct val="0"/>
            </a:spcBef>
            <a:spcAft>
              <a:spcPct val="35000"/>
            </a:spcAft>
          </a:pPr>
          <a:r>
            <a:rPr lang="en-US" sz="4000" kern="1200" dirty="0" smtClean="0">
              <a:latin typeface="Cambria" panose="02040503050406030204" pitchFamily="18" charset="0"/>
            </a:rPr>
            <a:t>Memory mapped approach</a:t>
          </a:r>
          <a:endParaRPr lang="en-US" sz="4000" kern="1200" dirty="0">
            <a:latin typeface="Cambria" panose="02040503050406030204" pitchFamily="18" charset="0"/>
          </a:endParaRPr>
        </a:p>
      </dsp:txBody>
      <dsp:txXfrm>
        <a:off x="120172" y="2705046"/>
        <a:ext cx="3027493" cy="22213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B74F2-5B28-433D-92B6-4A5D90AE10D6}">
      <dsp:nvSpPr>
        <dsp:cNvPr id="0" name=""/>
        <dsp:cNvSpPr/>
      </dsp:nvSpPr>
      <dsp:spPr>
        <a:xfrm rot="10800000">
          <a:off x="2030857" y="474"/>
          <a:ext cx="5775665" cy="2304337"/>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149" tIns="99060" rIns="184912" bIns="99060" numCol="1" spcCol="1270" anchor="ctr" anchorCtr="0">
          <a:noAutofit/>
        </a:bodyPr>
        <a:lstStyle/>
        <a:p>
          <a:pPr lvl="0" algn="ctr" defTabSz="1155700" rtl="0">
            <a:lnSpc>
              <a:spcPct val="90000"/>
            </a:lnSpc>
            <a:spcBef>
              <a:spcPct val="0"/>
            </a:spcBef>
            <a:spcAft>
              <a:spcPct val="35000"/>
            </a:spcAft>
            <a:tabLst>
              <a:tab pos="4757738" algn="l"/>
            </a:tabLst>
          </a:pPr>
          <a:r>
            <a:rPr lang="en-US" sz="2600" kern="1200" dirty="0" smtClean="0">
              <a:latin typeface="Cambria" panose="02040503050406030204" pitchFamily="18" charset="0"/>
            </a:rPr>
            <a:t>As the I/O space is mapped into memory so </a:t>
          </a:r>
          <a:r>
            <a:rPr lang="en-US" sz="2600" b="1" i="1" kern="1200" dirty="0" smtClean="0">
              <a:latin typeface="Cambria" panose="02040503050406030204" pitchFamily="18" charset="0"/>
            </a:rPr>
            <a:t>no need of any special instructions </a:t>
          </a:r>
          <a:r>
            <a:rPr lang="en-US" sz="2600" kern="1200" dirty="0" smtClean="0">
              <a:latin typeface="Cambria" panose="02040503050406030204" pitchFamily="18" charset="0"/>
            </a:rPr>
            <a:t>to read/write control register, can write a device driver in C</a:t>
          </a:r>
          <a:endParaRPr lang="en-US" sz="2600" kern="1200" dirty="0">
            <a:latin typeface="Cambria" panose="02040503050406030204" pitchFamily="18" charset="0"/>
          </a:endParaRPr>
        </a:p>
      </dsp:txBody>
      <dsp:txXfrm rot="10800000">
        <a:off x="2606941" y="474"/>
        <a:ext cx="5199581" cy="2304337"/>
      </dsp:txXfrm>
    </dsp:sp>
    <dsp:sp modelId="{86C93A94-B604-433D-93CE-BF68899D2BEB}">
      <dsp:nvSpPr>
        <dsp:cNvPr id="0" name=""/>
        <dsp:cNvSpPr/>
      </dsp:nvSpPr>
      <dsp:spPr>
        <a:xfrm>
          <a:off x="878688" y="474"/>
          <a:ext cx="2304337" cy="2304337"/>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83C31A-4C79-4158-A2EA-4A6DFB2E96FD}">
      <dsp:nvSpPr>
        <dsp:cNvPr id="0" name=""/>
        <dsp:cNvSpPr/>
      </dsp:nvSpPr>
      <dsp:spPr>
        <a:xfrm rot="10800000">
          <a:off x="2030857" y="2992674"/>
          <a:ext cx="5775665" cy="2304337"/>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149" tIns="99060" rIns="184912" bIns="99060" numCol="1" spcCol="1270" anchor="ctr" anchorCtr="0">
          <a:noAutofit/>
        </a:bodyPr>
        <a:lstStyle/>
        <a:p>
          <a:pPr lvl="0" algn="ctr" defTabSz="1155700" rtl="0">
            <a:lnSpc>
              <a:spcPct val="90000"/>
            </a:lnSpc>
            <a:spcBef>
              <a:spcPct val="0"/>
            </a:spcBef>
            <a:spcAft>
              <a:spcPct val="35000"/>
            </a:spcAft>
          </a:pPr>
          <a:r>
            <a:rPr lang="en-US" sz="2600" kern="1200" dirty="0" smtClean="0">
              <a:latin typeface="Cambria" panose="02040503050406030204" pitchFamily="18" charset="0"/>
            </a:rPr>
            <a:t>Don’t need </a:t>
          </a:r>
          <a:r>
            <a:rPr lang="en-US" sz="2600" b="1" i="1" kern="1200" dirty="0" smtClean="0">
              <a:latin typeface="Cambria" panose="02040503050406030204" pitchFamily="18" charset="0"/>
            </a:rPr>
            <a:t>special protection</a:t>
          </a:r>
          <a:r>
            <a:rPr lang="en-US" sz="2600" kern="1200" dirty="0" smtClean="0">
              <a:latin typeface="Cambria" panose="02040503050406030204" pitchFamily="18" charset="0"/>
            </a:rPr>
            <a:t> to keep users from doing I/O directly. Just don’t put I/O memory in any user space.</a:t>
          </a:r>
          <a:endParaRPr lang="en-US" sz="2600" kern="1200" dirty="0">
            <a:latin typeface="Cambria" panose="02040503050406030204" pitchFamily="18" charset="0"/>
          </a:endParaRPr>
        </a:p>
      </dsp:txBody>
      <dsp:txXfrm rot="10800000">
        <a:off x="2606941" y="2992674"/>
        <a:ext cx="5199581" cy="2304337"/>
      </dsp:txXfrm>
    </dsp:sp>
    <dsp:sp modelId="{A653A022-87DE-49AA-B339-2FF2F4E2926A}">
      <dsp:nvSpPr>
        <dsp:cNvPr id="0" name=""/>
        <dsp:cNvSpPr/>
      </dsp:nvSpPr>
      <dsp:spPr>
        <a:xfrm>
          <a:off x="878688" y="2992674"/>
          <a:ext cx="2304337" cy="2304337"/>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37C96-E6A8-421E-B79D-956F5A508FB3}">
      <dsp:nvSpPr>
        <dsp:cNvPr id="0" name=""/>
        <dsp:cNvSpPr/>
      </dsp:nvSpPr>
      <dsp:spPr>
        <a:xfrm rot="10800000">
          <a:off x="2364837" y="1072185"/>
          <a:ext cx="6259170" cy="3153116"/>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0437" tIns="99060" rIns="184912" bIns="99060" numCol="1" spcCol="1270" anchor="ctr" anchorCtr="0">
          <a:noAutofit/>
        </a:bodyPr>
        <a:lstStyle/>
        <a:p>
          <a:pPr lvl="0" algn="ctr" defTabSz="1155700" rtl="0">
            <a:lnSpc>
              <a:spcPct val="90000"/>
            </a:lnSpc>
            <a:spcBef>
              <a:spcPct val="0"/>
            </a:spcBef>
            <a:spcAft>
              <a:spcPct val="35000"/>
            </a:spcAft>
          </a:pPr>
          <a:r>
            <a:rPr lang="en-US" sz="2600" kern="1200" dirty="0" smtClean="0">
              <a:latin typeface="Cambria" panose="02040503050406030204" pitchFamily="18" charset="0"/>
            </a:rPr>
            <a:t>If there is only one address space, then all memory modules and all I/O devices must examine all memory references to see which ones to respond to.</a:t>
          </a:r>
        </a:p>
        <a:p>
          <a:pPr lvl="0" algn="ctr" defTabSz="1155700" rtl="0">
            <a:lnSpc>
              <a:spcPct val="90000"/>
            </a:lnSpc>
            <a:spcBef>
              <a:spcPct val="0"/>
            </a:spcBef>
            <a:spcAft>
              <a:spcPct val="35000"/>
            </a:spcAft>
          </a:pPr>
          <a:r>
            <a:rPr lang="en-US" altLang="en-US" sz="2600" kern="1200" dirty="0" smtClean="0">
              <a:latin typeface="Cambria" panose="02040503050406030204" pitchFamily="18" charset="0"/>
              <a:ea typeface="ＭＳ Ｐゴシック" panose="020B0600070205080204" pitchFamily="34" charset="-128"/>
            </a:rPr>
            <a:t>solution: A dual-bus memory</a:t>
          </a:r>
          <a:endParaRPr lang="en-US" sz="2600" kern="1200" dirty="0">
            <a:latin typeface="Cambria" panose="02040503050406030204" pitchFamily="18" charset="0"/>
          </a:endParaRPr>
        </a:p>
      </dsp:txBody>
      <dsp:txXfrm rot="10800000">
        <a:off x="3153116" y="1072185"/>
        <a:ext cx="5470891" cy="3153116"/>
      </dsp:txXfrm>
    </dsp:sp>
    <dsp:sp modelId="{0EBE54BD-97EA-460D-AE78-177A2294BC48}">
      <dsp:nvSpPr>
        <dsp:cNvPr id="0" name=""/>
        <dsp:cNvSpPr/>
      </dsp:nvSpPr>
      <dsp:spPr>
        <a:xfrm>
          <a:off x="788279" y="1072185"/>
          <a:ext cx="3153116" cy="3153116"/>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B99B94-8259-422B-9B95-999EDD68E3AD}">
      <dsp:nvSpPr>
        <dsp:cNvPr id="0" name=""/>
        <dsp:cNvSpPr/>
      </dsp:nvSpPr>
      <dsp:spPr>
        <a:xfrm>
          <a:off x="0" y="0"/>
          <a:ext cx="8656637" cy="220684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latin typeface="Cambria" panose="02040503050406030204" pitchFamily="18" charset="0"/>
            </a:rPr>
            <a:t>CPU could request data </a:t>
          </a:r>
          <a:r>
            <a:rPr lang="en-US" sz="2200" b="1" i="1" kern="1200" dirty="0" smtClean="0">
              <a:latin typeface="Cambria" panose="02040503050406030204" pitchFamily="18" charset="0"/>
            </a:rPr>
            <a:t>one byte </a:t>
          </a:r>
          <a:r>
            <a:rPr lang="en-US" sz="2200" kern="1200" dirty="0" smtClean="0">
              <a:latin typeface="Cambria" panose="02040503050406030204" pitchFamily="18" charset="0"/>
            </a:rPr>
            <a:t>at a time from I/O controller, Big waste of time. So other schema can be used DMA.</a:t>
          </a:r>
          <a:endParaRPr lang="en-US" sz="2200" kern="1200" dirty="0">
            <a:latin typeface="Cambria" panose="02040503050406030204" pitchFamily="18" charset="0"/>
          </a:endParaRPr>
        </a:p>
      </dsp:txBody>
      <dsp:txXfrm>
        <a:off x="2012239" y="0"/>
        <a:ext cx="6644397" cy="2206842"/>
      </dsp:txXfrm>
    </dsp:sp>
    <dsp:sp modelId="{325B3AB9-47AE-4A79-93D8-CB2012AB690C}">
      <dsp:nvSpPr>
        <dsp:cNvPr id="0" name=""/>
        <dsp:cNvSpPr/>
      </dsp:nvSpPr>
      <dsp:spPr>
        <a:xfrm>
          <a:off x="280911" y="233931"/>
          <a:ext cx="1731327" cy="1738978"/>
        </a:xfrm>
        <a:prstGeom prst="roundRect">
          <a:avLst>
            <a:gd name="adj" fmla="val 10000"/>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C04802-7DF1-4E42-9146-116D47053A9D}">
      <dsp:nvSpPr>
        <dsp:cNvPr id="0" name=""/>
        <dsp:cNvSpPr/>
      </dsp:nvSpPr>
      <dsp:spPr>
        <a:xfrm>
          <a:off x="0" y="2487753"/>
          <a:ext cx="8656637" cy="280911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lvl="0" algn="l" defTabSz="977900" rtl="0">
            <a:lnSpc>
              <a:spcPct val="90000"/>
            </a:lnSpc>
            <a:spcBef>
              <a:spcPct val="0"/>
            </a:spcBef>
            <a:spcAft>
              <a:spcPct val="35000"/>
            </a:spcAft>
          </a:pPr>
          <a:r>
            <a:rPr lang="en-IN" sz="2200" kern="1200" dirty="0" smtClean="0">
              <a:latin typeface="Cambria" panose="02040503050406030204" pitchFamily="18" charset="0"/>
            </a:rPr>
            <a:t>DMA controller can access system bus independent of CPU. DMA contains serval registers that can be written and read by CPU.</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smtClean="0">
              <a:latin typeface="Cambria" panose="02040503050406030204" pitchFamily="18" charset="0"/>
            </a:rPr>
            <a:t>Memory address register</a:t>
          </a:r>
          <a:endParaRPr lang="en-US" sz="2200" kern="120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Byte count register</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Control registers-I/O port, direction of transfer, transfer units (byte/word), number of bytes to transfer in a burst.</a:t>
          </a:r>
          <a:endParaRPr lang="en-US" sz="2200" kern="1200" dirty="0">
            <a:latin typeface="Cambria" panose="02040503050406030204" pitchFamily="18" charset="0"/>
          </a:endParaRPr>
        </a:p>
      </dsp:txBody>
      <dsp:txXfrm>
        <a:off x="2012239" y="2487753"/>
        <a:ext cx="6644397" cy="2809116"/>
      </dsp:txXfrm>
    </dsp:sp>
    <dsp:sp modelId="{638A9CF8-39A2-4040-B6BC-8BC66FF1C8B8}">
      <dsp:nvSpPr>
        <dsp:cNvPr id="0" name=""/>
        <dsp:cNvSpPr/>
      </dsp:nvSpPr>
      <dsp:spPr>
        <a:xfrm>
          <a:off x="280911" y="2768665"/>
          <a:ext cx="1731327" cy="2247293"/>
        </a:xfrm>
        <a:prstGeom prst="roundRect">
          <a:avLst>
            <a:gd name="adj" fmla="val 10000"/>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C97FE-E2B1-4E64-87AF-CDF53BA61FFC}">
      <dsp:nvSpPr>
        <dsp:cNvPr id="0" name=""/>
        <dsp:cNvSpPr/>
      </dsp:nvSpPr>
      <dsp:spPr>
        <a:xfrm>
          <a:off x="0" y="0"/>
          <a:ext cx="8405256" cy="15892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latin typeface="Cambria" panose="02040503050406030204" pitchFamily="18" charset="0"/>
            </a:rPr>
            <a:t>First the controller reads the block (one or more sectors) from the drive serially, bit by bit, until the entire block is in the controller’s internal buffer. </a:t>
          </a:r>
          <a:endParaRPr lang="en-US" sz="2100" kern="1200" dirty="0">
            <a:latin typeface="Cambria" panose="02040503050406030204" pitchFamily="18" charset="0"/>
          </a:endParaRPr>
        </a:p>
      </dsp:txBody>
      <dsp:txXfrm>
        <a:off x="46547" y="46547"/>
        <a:ext cx="6690336" cy="1496152"/>
      </dsp:txXfrm>
    </dsp:sp>
    <dsp:sp modelId="{70310D12-2760-459C-A0E2-3B1688421EB1}">
      <dsp:nvSpPr>
        <dsp:cNvPr id="0" name=""/>
        <dsp:cNvSpPr/>
      </dsp:nvSpPr>
      <dsp:spPr>
        <a:xfrm>
          <a:off x="741640" y="1854120"/>
          <a:ext cx="8405256" cy="15892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latin typeface="Cambria" panose="02040503050406030204" pitchFamily="18" charset="0"/>
            </a:rPr>
            <a:t>Next, it computes the checksum to verify that no read errors have occurred. Then the controller causes an interrupt.</a:t>
          </a:r>
          <a:endParaRPr lang="en-US" sz="2100" kern="1200" dirty="0">
            <a:latin typeface="Cambria" panose="02040503050406030204" pitchFamily="18" charset="0"/>
          </a:endParaRPr>
        </a:p>
      </dsp:txBody>
      <dsp:txXfrm>
        <a:off x="788187" y="1900667"/>
        <a:ext cx="6537512" cy="1496152"/>
      </dsp:txXfrm>
    </dsp:sp>
    <dsp:sp modelId="{32690B1B-CECE-4EB0-A833-D19E893D8716}">
      <dsp:nvSpPr>
        <dsp:cNvPr id="0" name=""/>
        <dsp:cNvSpPr/>
      </dsp:nvSpPr>
      <dsp:spPr>
        <a:xfrm>
          <a:off x="1483280" y="3708240"/>
          <a:ext cx="8405256" cy="15892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latin typeface="Cambria" panose="02040503050406030204" pitchFamily="18" charset="0"/>
            </a:rPr>
            <a:t>When the operating system starts running, it can read the disk block from the controller’s buffer a byte or a word at a time by executing a loop, with each iteration reading one byte or word from a controller device register and storing it in main memory.</a:t>
          </a:r>
          <a:endParaRPr lang="en-US" sz="2100" kern="1200" dirty="0">
            <a:latin typeface="Cambria" panose="02040503050406030204" pitchFamily="18" charset="0"/>
          </a:endParaRPr>
        </a:p>
      </dsp:txBody>
      <dsp:txXfrm>
        <a:off x="1529827" y="3754787"/>
        <a:ext cx="6537512" cy="1496152"/>
      </dsp:txXfrm>
    </dsp:sp>
    <dsp:sp modelId="{86737598-833E-481C-B369-C08A210AA541}">
      <dsp:nvSpPr>
        <dsp:cNvPr id="0" name=""/>
        <dsp:cNvSpPr/>
      </dsp:nvSpPr>
      <dsp:spPr>
        <a:xfrm>
          <a:off x="7372246" y="1205178"/>
          <a:ext cx="1033009" cy="1033009"/>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7604673" y="1205178"/>
        <a:ext cx="568155" cy="777339"/>
      </dsp:txXfrm>
    </dsp:sp>
    <dsp:sp modelId="{5B733407-7748-4216-9FB7-0D627A9D3D43}">
      <dsp:nvSpPr>
        <dsp:cNvPr id="0" name=""/>
        <dsp:cNvSpPr/>
      </dsp:nvSpPr>
      <dsp:spPr>
        <a:xfrm>
          <a:off x="8113886" y="3048703"/>
          <a:ext cx="1033009" cy="1033009"/>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8346313" y="3048703"/>
        <a:ext cx="568155" cy="77733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C3A64-506E-48AF-BB29-3272E0D164EE}">
      <dsp:nvSpPr>
        <dsp:cNvPr id="0" name=""/>
        <dsp:cNvSpPr/>
      </dsp:nvSpPr>
      <dsp:spPr>
        <a:xfrm>
          <a:off x="0" y="4209670"/>
          <a:ext cx="10920413" cy="92097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When </a:t>
          </a:r>
          <a:r>
            <a:rPr lang="en-US" sz="2200" kern="1200" dirty="0" smtClean="0">
              <a:latin typeface="Cambria" panose="02040503050406030204" pitchFamily="18" charset="0"/>
            </a:rPr>
            <a:t>the write is complete, the disk controller sends an acknowledgement signal to the disk controller, also over the bus (step 4).</a:t>
          </a:r>
          <a:endParaRPr lang="en-US" sz="2200" kern="1200" dirty="0">
            <a:latin typeface="Cambria" panose="02040503050406030204" pitchFamily="18" charset="0"/>
          </a:endParaRPr>
        </a:p>
      </dsp:txBody>
      <dsp:txXfrm>
        <a:off x="0" y="4209670"/>
        <a:ext cx="10920413" cy="920972"/>
      </dsp:txXfrm>
    </dsp:sp>
    <dsp:sp modelId="{3C0EC661-8B01-446B-98BB-0A182BBCF87E}">
      <dsp:nvSpPr>
        <dsp:cNvPr id="0" name=""/>
        <dsp:cNvSpPr/>
      </dsp:nvSpPr>
      <dsp:spPr>
        <a:xfrm rot="10800000">
          <a:off x="0" y="2807028"/>
          <a:ext cx="10920413" cy="1416456"/>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The write to memory is another standard bus cycle (step 3). </a:t>
          </a:r>
        </a:p>
      </dsp:txBody>
      <dsp:txXfrm rot="10800000">
        <a:off x="0" y="2807028"/>
        <a:ext cx="10920413" cy="920371"/>
      </dsp:txXfrm>
    </dsp:sp>
    <dsp:sp modelId="{657E6218-02C9-4FC5-992E-65E3E4C04E15}">
      <dsp:nvSpPr>
        <dsp:cNvPr id="0" name=""/>
        <dsp:cNvSpPr/>
      </dsp:nvSpPr>
      <dsp:spPr>
        <a:xfrm rot="10800000">
          <a:off x="0" y="1404386"/>
          <a:ext cx="10920413" cy="1416456"/>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The DMA controller initiates the transfer by issuing a read request over the bus to the disk controller (step 2). </a:t>
          </a:r>
          <a:endParaRPr lang="en-US" sz="2200" kern="1200">
            <a:latin typeface="Cambria" panose="02040503050406030204" pitchFamily="18" charset="0"/>
          </a:endParaRPr>
        </a:p>
      </dsp:txBody>
      <dsp:txXfrm rot="10800000">
        <a:off x="0" y="1404386"/>
        <a:ext cx="10920413" cy="920371"/>
      </dsp:txXfrm>
    </dsp:sp>
    <dsp:sp modelId="{F8FFE5BC-9A22-4436-8651-7422B89CAB8A}">
      <dsp:nvSpPr>
        <dsp:cNvPr id="0" name=""/>
        <dsp:cNvSpPr/>
      </dsp:nvSpPr>
      <dsp:spPr>
        <a:xfrm rot="10800000">
          <a:off x="0" y="1744"/>
          <a:ext cx="10920413" cy="1416456"/>
        </a:xfrm>
        <a:prstGeom prst="upArrowCallou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When DMA is used, the procedure is different. First the CPU programs the DMA controller by setting its registers so it knows what to transfer where (step 1). </a:t>
          </a:r>
          <a:endParaRPr lang="en-US" sz="2200" kern="1200" dirty="0">
            <a:latin typeface="Cambria" panose="02040503050406030204" pitchFamily="18" charset="0"/>
          </a:endParaRPr>
        </a:p>
      </dsp:txBody>
      <dsp:txXfrm rot="10800000">
        <a:off x="0" y="1744"/>
        <a:ext cx="10920413" cy="92037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E2EF6A-8A02-45E3-A515-8E6F1FA863B5}">
      <dsp:nvSpPr>
        <dsp:cNvPr id="0" name=""/>
        <dsp:cNvSpPr/>
      </dsp:nvSpPr>
      <dsp:spPr>
        <a:xfrm rot="5400000">
          <a:off x="6107127" y="-2325418"/>
          <a:ext cx="1307563" cy="6363208"/>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the DMA controller requests for the transfer of one word and gets it. If the CPU also wants the bus, it has to wait. </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delaying  CPU slightly.</a:t>
          </a:r>
          <a:endParaRPr lang="en-US" sz="2200" kern="1200" dirty="0">
            <a:latin typeface="Cambria" panose="02040503050406030204" pitchFamily="18" charset="0"/>
          </a:endParaRPr>
        </a:p>
      </dsp:txBody>
      <dsp:txXfrm rot="-5400000">
        <a:off x="3579305" y="266234"/>
        <a:ext cx="6299378" cy="1179903"/>
      </dsp:txXfrm>
    </dsp:sp>
    <dsp:sp modelId="{AA7FFC43-0147-4F09-9577-F12A0C8F1DBF}">
      <dsp:nvSpPr>
        <dsp:cNvPr id="0" name=""/>
        <dsp:cNvSpPr/>
      </dsp:nvSpPr>
      <dsp:spPr>
        <a:xfrm>
          <a:off x="0" y="2586"/>
          <a:ext cx="3579304" cy="1707197"/>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b="1" kern="1200" dirty="0" smtClean="0">
              <a:latin typeface="Cambria" panose="02040503050406030204" pitchFamily="18" charset="0"/>
            </a:rPr>
            <a:t>Cycle stealing mode          ( word at a time mode)</a:t>
          </a:r>
          <a:endParaRPr lang="en-US" sz="2200" kern="1200" dirty="0">
            <a:latin typeface="Cambria" panose="02040503050406030204" pitchFamily="18" charset="0"/>
          </a:endParaRPr>
        </a:p>
      </dsp:txBody>
      <dsp:txXfrm>
        <a:off x="83338" y="85924"/>
        <a:ext cx="3412628" cy="1540521"/>
      </dsp:txXfrm>
    </dsp:sp>
    <dsp:sp modelId="{51897150-A5D6-4554-B20B-74404B6C48BC}">
      <dsp:nvSpPr>
        <dsp:cNvPr id="0" name=""/>
        <dsp:cNvSpPr/>
      </dsp:nvSpPr>
      <dsp:spPr>
        <a:xfrm rot="5400000">
          <a:off x="6101425" y="-532860"/>
          <a:ext cx="1318967" cy="6363208"/>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DMA controller grabs bus and sends a block.</a:t>
          </a:r>
          <a:endParaRPr lang="en-US" sz="2200" kern="1200" dirty="0">
            <a:latin typeface="Cambria" panose="02040503050406030204" pitchFamily="18" charset="0"/>
          </a:endParaRPr>
        </a:p>
        <a:p>
          <a:pPr marL="228600" lvl="1" indent="-228600" algn="l" defTabSz="977900" rtl="0">
            <a:lnSpc>
              <a:spcPct val="90000"/>
            </a:lnSpc>
            <a:spcBef>
              <a:spcPct val="0"/>
            </a:spcBef>
            <a:spcAft>
              <a:spcPct val="15000"/>
            </a:spcAft>
            <a:buChar char="••"/>
          </a:pPr>
          <a:r>
            <a:rPr lang="en-IN" sz="2200" kern="1200" dirty="0" smtClean="0">
              <a:latin typeface="Cambria" panose="02040503050406030204" pitchFamily="18" charset="0"/>
            </a:rPr>
            <a:t>Here multiple word can be transfer.</a:t>
          </a:r>
          <a:endParaRPr lang="en-US" sz="2200" kern="1200" dirty="0">
            <a:latin typeface="Cambria" panose="02040503050406030204" pitchFamily="18" charset="0"/>
          </a:endParaRPr>
        </a:p>
      </dsp:txBody>
      <dsp:txXfrm rot="-5400000">
        <a:off x="3579305" y="2053647"/>
        <a:ext cx="6298821" cy="1190193"/>
      </dsp:txXfrm>
    </dsp:sp>
    <dsp:sp modelId="{C3229A64-ACC2-4F71-B285-0D6CF79ACCAE}">
      <dsp:nvSpPr>
        <dsp:cNvPr id="0" name=""/>
        <dsp:cNvSpPr/>
      </dsp:nvSpPr>
      <dsp:spPr>
        <a:xfrm>
          <a:off x="0" y="1795144"/>
          <a:ext cx="3579304" cy="1707197"/>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b="1" kern="1200" dirty="0" smtClean="0">
              <a:latin typeface="Cambria" panose="02040503050406030204" pitchFamily="18" charset="0"/>
            </a:rPr>
            <a:t>Burst mode </a:t>
          </a:r>
        </a:p>
        <a:p>
          <a:pPr lvl="0" algn="ctr" defTabSz="977900" rtl="0">
            <a:lnSpc>
              <a:spcPct val="90000"/>
            </a:lnSpc>
            <a:spcBef>
              <a:spcPct val="0"/>
            </a:spcBef>
            <a:spcAft>
              <a:spcPct val="35000"/>
            </a:spcAft>
          </a:pPr>
          <a:r>
            <a:rPr lang="en-US" sz="2200" b="1" kern="1200" dirty="0" smtClean="0">
              <a:latin typeface="Cambria" panose="02040503050406030204" pitchFamily="18" charset="0"/>
            </a:rPr>
            <a:t>(Block mode)                    </a:t>
          </a:r>
          <a:endParaRPr lang="en-US" sz="2200" kern="1200" dirty="0">
            <a:latin typeface="Cambria" panose="02040503050406030204" pitchFamily="18" charset="0"/>
          </a:endParaRPr>
        </a:p>
      </dsp:txBody>
      <dsp:txXfrm>
        <a:off x="83338" y="1878482"/>
        <a:ext cx="3412628" cy="1540521"/>
      </dsp:txXfrm>
    </dsp:sp>
    <dsp:sp modelId="{1BD74697-26A7-4ECC-A453-696C22CE7053}">
      <dsp:nvSpPr>
        <dsp:cNvPr id="0" name=""/>
        <dsp:cNvSpPr/>
      </dsp:nvSpPr>
      <dsp:spPr>
        <a:xfrm rot="5400000">
          <a:off x="6078029" y="1259697"/>
          <a:ext cx="1365758" cy="6363208"/>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rtl="0">
            <a:lnSpc>
              <a:spcPct val="90000"/>
            </a:lnSpc>
            <a:spcBef>
              <a:spcPct val="0"/>
            </a:spcBef>
            <a:spcAft>
              <a:spcPct val="15000"/>
            </a:spcAft>
            <a:buChar char="••"/>
          </a:pPr>
          <a:r>
            <a:rPr lang="en-US" sz="2200" kern="1200" dirty="0" smtClean="0">
              <a:latin typeface="Cambria" panose="02040503050406030204" pitchFamily="18" charset="0"/>
            </a:rPr>
            <a:t>DMA controller tells device controller to transfer data directly to main memory. Otherwise device controller send the word to DMA controller, which then then use bus to write the word.</a:t>
          </a:r>
          <a:endParaRPr lang="en-US" sz="2200" kern="1200" dirty="0">
            <a:latin typeface="Cambria" panose="02040503050406030204" pitchFamily="18" charset="0"/>
          </a:endParaRPr>
        </a:p>
      </dsp:txBody>
      <dsp:txXfrm rot="-5400000">
        <a:off x="3579305" y="3825093"/>
        <a:ext cx="6296537" cy="1232416"/>
      </dsp:txXfrm>
    </dsp:sp>
    <dsp:sp modelId="{552D9BA7-D793-4112-93E5-9111F0E3950E}">
      <dsp:nvSpPr>
        <dsp:cNvPr id="0" name=""/>
        <dsp:cNvSpPr/>
      </dsp:nvSpPr>
      <dsp:spPr>
        <a:xfrm>
          <a:off x="0" y="3587702"/>
          <a:ext cx="3579304" cy="1707197"/>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lvl="0" algn="ctr" defTabSz="977900" rtl="0">
            <a:lnSpc>
              <a:spcPct val="90000"/>
            </a:lnSpc>
            <a:spcBef>
              <a:spcPct val="0"/>
            </a:spcBef>
            <a:spcAft>
              <a:spcPct val="35000"/>
            </a:spcAft>
          </a:pPr>
          <a:r>
            <a:rPr lang="en-US" sz="2200" b="1" kern="1200" dirty="0" smtClean="0">
              <a:latin typeface="Cambria" panose="02040503050406030204" pitchFamily="18" charset="0"/>
            </a:rPr>
            <a:t>Fly by mode</a:t>
          </a:r>
          <a:endParaRPr lang="en-US" sz="2200" kern="1200" dirty="0">
            <a:latin typeface="Cambria" panose="02040503050406030204" pitchFamily="18" charset="0"/>
          </a:endParaRPr>
        </a:p>
      </dsp:txBody>
      <dsp:txXfrm>
        <a:off x="83338" y="3671040"/>
        <a:ext cx="3412628" cy="154052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AAC5CF-3032-437E-A2CF-927F79143250}">
      <dsp:nvSpPr>
        <dsp:cNvPr id="0" name=""/>
        <dsp:cNvSpPr/>
      </dsp:nvSpPr>
      <dsp:spPr>
        <a:xfrm rot="10800000">
          <a:off x="2409328" y="240"/>
          <a:ext cx="8095012" cy="1481438"/>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3273" tIns="80010" rIns="149352" bIns="80010" numCol="1" spcCol="1270" anchor="ctr" anchorCtr="0">
          <a:noAutofit/>
        </a:bodyPr>
        <a:lstStyle/>
        <a:p>
          <a:pPr lvl="0" algn="ctr" defTabSz="933450" rtl="0">
            <a:lnSpc>
              <a:spcPct val="90000"/>
            </a:lnSpc>
            <a:spcBef>
              <a:spcPct val="0"/>
            </a:spcBef>
            <a:spcAft>
              <a:spcPct val="35000"/>
            </a:spcAft>
          </a:pPr>
          <a:r>
            <a:rPr lang="en-US" sz="2100" kern="1200" dirty="0" smtClean="0">
              <a:latin typeface="Cambria" panose="02040503050406030204" pitchFamily="18" charset="0"/>
            </a:rPr>
            <a:t>it is relatively </a:t>
          </a:r>
          <a:r>
            <a:rPr lang="en-US" sz="2100" b="1" i="1" kern="1200" dirty="0" smtClean="0">
              <a:latin typeface="Cambria" panose="02040503050406030204" pitchFamily="18" charset="0"/>
            </a:rPr>
            <a:t>permanent</a:t>
          </a:r>
          <a:r>
            <a:rPr lang="en-US" sz="2100" kern="1200" dirty="0" smtClean="0">
              <a:latin typeface="Cambria" panose="02040503050406030204" pitchFamily="18" charset="0"/>
            </a:rPr>
            <a:t> and can hold </a:t>
          </a:r>
          <a:r>
            <a:rPr lang="en-US" sz="2100" b="1" i="1" kern="1200" dirty="0" smtClean="0">
              <a:latin typeface="Cambria" panose="02040503050406030204" pitchFamily="18" charset="0"/>
            </a:rPr>
            <a:t>large quantities</a:t>
          </a:r>
          <a:r>
            <a:rPr lang="en-US" sz="2100" kern="1200" dirty="0" smtClean="0">
              <a:latin typeface="Cambria" panose="02040503050406030204" pitchFamily="18" charset="0"/>
            </a:rPr>
            <a:t> of data. Its </a:t>
          </a:r>
          <a:r>
            <a:rPr lang="en-US" sz="2100" b="1" i="1" kern="1200" dirty="0" smtClean="0">
              <a:latin typeface="Cambria" panose="02040503050406030204" pitchFamily="18" charset="0"/>
            </a:rPr>
            <a:t>access time is slow </a:t>
          </a:r>
          <a:r>
            <a:rPr lang="en-US" sz="2100" kern="1200" dirty="0" smtClean="0">
              <a:latin typeface="Cambria" panose="02040503050406030204" pitchFamily="18" charset="0"/>
            </a:rPr>
            <a:t>compared with that of main memory and magnetic disk.  provide the bulk of secondary storage for modern computer system.</a:t>
          </a:r>
          <a:endParaRPr lang="en-US" sz="2100" kern="1200" dirty="0">
            <a:latin typeface="Cambria" panose="02040503050406030204" pitchFamily="18" charset="0"/>
          </a:endParaRPr>
        </a:p>
      </dsp:txBody>
      <dsp:txXfrm rot="10800000">
        <a:off x="2779687" y="240"/>
        <a:ext cx="7724653" cy="1481438"/>
      </dsp:txXfrm>
    </dsp:sp>
    <dsp:sp modelId="{BEB6E177-397A-437A-9AC7-2C0CA09182C5}">
      <dsp:nvSpPr>
        <dsp:cNvPr id="0" name=""/>
        <dsp:cNvSpPr/>
      </dsp:nvSpPr>
      <dsp:spPr>
        <a:xfrm>
          <a:off x="1668609" y="240"/>
          <a:ext cx="1481438" cy="1481438"/>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5C4221-CC5B-4A4B-8BF9-879DB21D1B1C}">
      <dsp:nvSpPr>
        <dsp:cNvPr id="0" name=""/>
        <dsp:cNvSpPr/>
      </dsp:nvSpPr>
      <dsp:spPr>
        <a:xfrm rot="10800000">
          <a:off x="2409328" y="1923899"/>
          <a:ext cx="8095012" cy="1481438"/>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3273" tIns="76200" rIns="142240" bIns="76200" numCol="1" spcCol="1270" anchor="ctr" anchorCtr="0">
          <a:noAutofit/>
        </a:bodyPr>
        <a:lstStyle/>
        <a:p>
          <a:pPr lvl="0" algn="ctr" defTabSz="889000" rtl="0">
            <a:lnSpc>
              <a:spcPct val="90000"/>
            </a:lnSpc>
            <a:spcBef>
              <a:spcPct val="0"/>
            </a:spcBef>
            <a:spcAft>
              <a:spcPct val="35000"/>
            </a:spcAft>
          </a:pPr>
          <a:r>
            <a:rPr lang="en-US" sz="2000" b="1" i="1" kern="1200" dirty="0" smtClean="0">
              <a:latin typeface="Cambria" panose="02040503050406030204" pitchFamily="18" charset="0"/>
            </a:rPr>
            <a:t>disk platter: </a:t>
          </a:r>
          <a:r>
            <a:rPr lang="en-US" sz="2000" kern="1200" dirty="0" smtClean="0">
              <a:latin typeface="Cambria" panose="02040503050406030204" pitchFamily="18" charset="0"/>
            </a:rPr>
            <a:t>has a flat circular shape, like a CD. The two surfaces of a platter are covered with a magnetic material.  We store information by recording it magnetically on the platters. </a:t>
          </a:r>
          <a:endParaRPr lang="en-US" sz="2000" kern="1200" dirty="0">
            <a:latin typeface="Cambria" panose="02040503050406030204" pitchFamily="18" charset="0"/>
          </a:endParaRPr>
        </a:p>
      </dsp:txBody>
      <dsp:txXfrm rot="10800000">
        <a:off x="2779687" y="1923899"/>
        <a:ext cx="7724653" cy="1481438"/>
      </dsp:txXfrm>
    </dsp:sp>
    <dsp:sp modelId="{7D048C3A-25B5-4AB4-ADAA-D9CDC1B3BFF0}">
      <dsp:nvSpPr>
        <dsp:cNvPr id="0" name=""/>
        <dsp:cNvSpPr/>
      </dsp:nvSpPr>
      <dsp:spPr>
        <a:xfrm>
          <a:off x="1668609" y="1923899"/>
          <a:ext cx="1481438" cy="1481438"/>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B54FB0-88F6-4E5F-A314-759878684DF9}">
      <dsp:nvSpPr>
        <dsp:cNvPr id="0" name=""/>
        <dsp:cNvSpPr/>
      </dsp:nvSpPr>
      <dsp:spPr>
        <a:xfrm rot="10800000">
          <a:off x="2409328" y="3847558"/>
          <a:ext cx="8095012" cy="1481438"/>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3273" tIns="80010" rIns="149352" bIns="80010" numCol="1" spcCol="1270" anchor="ctr" anchorCtr="0">
          <a:noAutofit/>
        </a:bodyPr>
        <a:lstStyle/>
        <a:p>
          <a:pPr lvl="0" algn="ctr" defTabSz="933450" rtl="0">
            <a:lnSpc>
              <a:spcPct val="90000"/>
            </a:lnSpc>
            <a:spcBef>
              <a:spcPct val="0"/>
            </a:spcBef>
            <a:spcAft>
              <a:spcPct val="35000"/>
            </a:spcAft>
          </a:pPr>
          <a:r>
            <a:rPr lang="en-US" sz="2100" kern="1200" dirty="0" smtClean="0">
              <a:latin typeface="Cambria" panose="02040503050406030204" pitchFamily="18" charset="0"/>
            </a:rPr>
            <a:t>The surface of a platter is logically divided into circular </a:t>
          </a:r>
          <a:r>
            <a:rPr lang="en-US" sz="2100" b="1" i="1" kern="1200" dirty="0" smtClean="0">
              <a:latin typeface="Cambria" panose="02040503050406030204" pitchFamily="18" charset="0"/>
            </a:rPr>
            <a:t>tracks</a:t>
          </a:r>
          <a:r>
            <a:rPr lang="en-US" sz="2100" kern="1200" dirty="0" smtClean="0">
              <a:latin typeface="Cambria" panose="02040503050406030204" pitchFamily="18" charset="0"/>
            </a:rPr>
            <a:t> which are subdivided into </a:t>
          </a:r>
          <a:r>
            <a:rPr lang="en-US" sz="2100" b="1" i="1" kern="1200" dirty="0" smtClean="0">
              <a:latin typeface="Cambria" panose="02040503050406030204" pitchFamily="18" charset="0"/>
            </a:rPr>
            <a:t>sectors</a:t>
          </a:r>
          <a:r>
            <a:rPr lang="en-US" sz="2100" kern="1200" dirty="0" smtClean="0">
              <a:latin typeface="Cambria" panose="02040503050406030204" pitchFamily="18" charset="0"/>
            </a:rPr>
            <a:t>. The set of tracks that are at one arm position makes up a </a:t>
          </a:r>
          <a:r>
            <a:rPr lang="en-US" sz="2100" b="1" i="1" kern="1200" dirty="0" smtClean="0">
              <a:latin typeface="Cambria" panose="02040503050406030204" pitchFamily="18" charset="0"/>
            </a:rPr>
            <a:t>cylinder</a:t>
          </a:r>
          <a:r>
            <a:rPr lang="en-US" sz="2100" kern="1200" dirty="0" smtClean="0">
              <a:latin typeface="Cambria" panose="02040503050406030204" pitchFamily="18" charset="0"/>
            </a:rPr>
            <a:t>.</a:t>
          </a:r>
          <a:endParaRPr lang="en-US" sz="2100" kern="1200" dirty="0">
            <a:latin typeface="Cambria" panose="02040503050406030204" pitchFamily="18" charset="0"/>
          </a:endParaRPr>
        </a:p>
      </dsp:txBody>
      <dsp:txXfrm rot="10800000">
        <a:off x="2779687" y="3847558"/>
        <a:ext cx="7724653" cy="1481438"/>
      </dsp:txXfrm>
    </dsp:sp>
    <dsp:sp modelId="{743A19A2-15D5-4CD4-8B0C-7988B9FFD5A1}">
      <dsp:nvSpPr>
        <dsp:cNvPr id="0" name=""/>
        <dsp:cNvSpPr/>
      </dsp:nvSpPr>
      <dsp:spPr>
        <a:xfrm>
          <a:off x="1668609" y="3847558"/>
          <a:ext cx="1481438" cy="1481438"/>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A4A45-2E67-49BB-BC54-370CCC38B864}">
      <dsp:nvSpPr>
        <dsp:cNvPr id="0" name=""/>
        <dsp:cNvSpPr/>
      </dsp:nvSpPr>
      <dsp:spPr>
        <a:xfrm>
          <a:off x="0" y="0"/>
          <a:ext cx="9929813" cy="30749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smtClean="0">
              <a:latin typeface="Cambria" panose="02040503050406030204" pitchFamily="18" charset="0"/>
            </a:rPr>
            <a:t>Disk speed has two parts. </a:t>
          </a:r>
          <a:endParaRPr lang="en-US" sz="2100" kern="1200" dirty="0">
            <a:latin typeface="Cambria" panose="02040503050406030204" pitchFamily="18" charset="0"/>
          </a:endParaRPr>
        </a:p>
        <a:p>
          <a:pPr marL="228600" lvl="1" indent="-228600" algn="l" defTabSz="933450" rtl="0">
            <a:lnSpc>
              <a:spcPct val="90000"/>
            </a:lnSpc>
            <a:spcBef>
              <a:spcPct val="0"/>
            </a:spcBef>
            <a:spcAft>
              <a:spcPct val="15000"/>
            </a:spcAft>
            <a:buChar char="••"/>
          </a:pPr>
          <a:r>
            <a:rPr lang="en-US" sz="2100" b="1" i="1" kern="1200" dirty="0" smtClean="0">
              <a:latin typeface="Cambria" panose="02040503050406030204" pitchFamily="18" charset="0"/>
            </a:rPr>
            <a:t>transfer rate: </a:t>
          </a:r>
          <a:r>
            <a:rPr lang="en-US" sz="2100" kern="1200" dirty="0" smtClean="0">
              <a:latin typeface="Cambria" panose="02040503050406030204" pitchFamily="18" charset="0"/>
            </a:rPr>
            <a:t>is the rate at which data flow between the drive and the computer.</a:t>
          </a:r>
          <a:endParaRPr lang="en-US" sz="2100" kern="1200" dirty="0">
            <a:latin typeface="Cambria" panose="02040503050406030204" pitchFamily="18" charset="0"/>
          </a:endParaRPr>
        </a:p>
        <a:p>
          <a:pPr marL="228600" lvl="1" indent="-228600" algn="l" defTabSz="933450" rtl="0">
            <a:lnSpc>
              <a:spcPct val="90000"/>
            </a:lnSpc>
            <a:spcBef>
              <a:spcPct val="0"/>
            </a:spcBef>
            <a:spcAft>
              <a:spcPct val="15000"/>
            </a:spcAft>
            <a:buChar char="••"/>
          </a:pPr>
          <a:endParaRPr lang="en-US" sz="2100" kern="1200" dirty="0">
            <a:latin typeface="Cambria" panose="02040503050406030204" pitchFamily="18" charset="0"/>
          </a:endParaRPr>
        </a:p>
        <a:p>
          <a:pPr marL="228600" lvl="1" indent="-228600" algn="l" defTabSz="933450" rtl="0">
            <a:lnSpc>
              <a:spcPct val="90000"/>
            </a:lnSpc>
            <a:spcBef>
              <a:spcPct val="0"/>
            </a:spcBef>
            <a:spcAft>
              <a:spcPct val="15000"/>
            </a:spcAft>
            <a:buChar char="••"/>
          </a:pPr>
          <a:r>
            <a:rPr lang="en-US" sz="2100" b="1" i="1" kern="1200" dirty="0" smtClean="0">
              <a:latin typeface="Cambria" panose="02040503050406030204" pitchFamily="18" charset="0"/>
            </a:rPr>
            <a:t>positioning time / Seek time</a:t>
          </a:r>
          <a:r>
            <a:rPr lang="en-US" sz="2100" kern="1200" dirty="0" smtClean="0">
              <a:latin typeface="Cambria" panose="02040503050406030204" pitchFamily="18" charset="0"/>
            </a:rPr>
            <a:t>:  sometimes called  random access time the consists of the time necessary to move the disk arm to the desired cylinder. </a:t>
          </a:r>
          <a:endParaRPr lang="en-US" sz="2100" kern="1200" dirty="0">
            <a:latin typeface="Cambria" panose="02040503050406030204" pitchFamily="18" charset="0"/>
          </a:endParaRPr>
        </a:p>
      </dsp:txBody>
      <dsp:txXfrm>
        <a:off x="2358737" y="0"/>
        <a:ext cx="7571075" cy="3074983"/>
      </dsp:txXfrm>
    </dsp:sp>
    <dsp:sp modelId="{742FF790-591E-4335-96F4-38C3283B74C8}">
      <dsp:nvSpPr>
        <dsp:cNvPr id="0" name=""/>
        <dsp:cNvSpPr/>
      </dsp:nvSpPr>
      <dsp:spPr>
        <a:xfrm>
          <a:off x="372775" y="317488"/>
          <a:ext cx="1985962" cy="2440006"/>
        </a:xfrm>
        <a:prstGeom prst="roundRect">
          <a:avLst>
            <a:gd name="adj" fmla="val 10000"/>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138CC6-E492-4EB2-B21D-CA7ACF067D5A}">
      <dsp:nvSpPr>
        <dsp:cNvPr id="0" name=""/>
        <dsp:cNvSpPr/>
      </dsp:nvSpPr>
      <dsp:spPr>
        <a:xfrm>
          <a:off x="0" y="3447758"/>
          <a:ext cx="9929813" cy="2432729"/>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b="1" i="1" kern="1200" dirty="0" smtClean="0">
              <a:latin typeface="Cambria" panose="02040503050406030204" pitchFamily="18" charset="0"/>
            </a:rPr>
            <a:t>rotation latency:</a:t>
          </a:r>
          <a:endParaRPr lang="en-US" sz="2100" b="1" i="1" kern="1200" dirty="0">
            <a:latin typeface="Cambria" panose="02040503050406030204" pitchFamily="18" charset="0"/>
          </a:endParaRPr>
        </a:p>
        <a:p>
          <a:pPr marL="228600" lvl="1" indent="-228600" algn="l" defTabSz="933450" rtl="0">
            <a:lnSpc>
              <a:spcPct val="90000"/>
            </a:lnSpc>
            <a:spcBef>
              <a:spcPct val="0"/>
            </a:spcBef>
            <a:spcAft>
              <a:spcPct val="15000"/>
            </a:spcAft>
            <a:buChar char="••"/>
          </a:pPr>
          <a:r>
            <a:rPr lang="en-US" sz="2100" kern="1200" dirty="0" smtClean="0">
              <a:latin typeface="Cambria" panose="02040503050406030204" pitchFamily="18" charset="0"/>
            </a:rPr>
            <a:t>the time necessary for the desired sector to rotate to the disk head.</a:t>
          </a:r>
          <a:endParaRPr lang="en-US" sz="2100" kern="1200" dirty="0">
            <a:latin typeface="Cambria" panose="02040503050406030204" pitchFamily="18" charset="0"/>
          </a:endParaRPr>
        </a:p>
      </dsp:txBody>
      <dsp:txXfrm>
        <a:off x="2358737" y="3447758"/>
        <a:ext cx="7571075" cy="2432729"/>
      </dsp:txXfrm>
    </dsp:sp>
    <dsp:sp modelId="{ED7E60B8-D1DC-45AF-B930-6563A356BD8E}">
      <dsp:nvSpPr>
        <dsp:cNvPr id="0" name=""/>
        <dsp:cNvSpPr/>
      </dsp:nvSpPr>
      <dsp:spPr>
        <a:xfrm>
          <a:off x="372775" y="3815792"/>
          <a:ext cx="1985962" cy="1696663"/>
        </a:xfrm>
        <a:prstGeom prst="roundRect">
          <a:avLst>
            <a:gd name="adj" fmla="val 10000"/>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7CA0A-7F4B-4138-A5E0-E285DC27E95B}">
      <dsp:nvSpPr>
        <dsp:cNvPr id="0" name=""/>
        <dsp:cNvSpPr/>
      </dsp:nvSpPr>
      <dsp:spPr>
        <a:xfrm>
          <a:off x="3641838" y="2433637"/>
          <a:ext cx="480717" cy="2067084"/>
        </a:xfrm>
        <a:custGeom>
          <a:avLst/>
          <a:gdLst/>
          <a:ahLst/>
          <a:cxnLst/>
          <a:rect l="0" t="0" r="0" b="0"/>
          <a:pathLst>
            <a:path>
              <a:moveTo>
                <a:pt x="0" y="0"/>
              </a:moveTo>
              <a:lnTo>
                <a:pt x="240358" y="0"/>
              </a:lnTo>
              <a:lnTo>
                <a:pt x="240358" y="2067084"/>
              </a:lnTo>
              <a:lnTo>
                <a:pt x="480717" y="2067084"/>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D4A570-F91E-4F34-A139-5677346B5F4F}">
      <dsp:nvSpPr>
        <dsp:cNvPr id="0" name=""/>
        <dsp:cNvSpPr/>
      </dsp:nvSpPr>
      <dsp:spPr>
        <a:xfrm>
          <a:off x="3641838" y="2433637"/>
          <a:ext cx="480717" cy="1033542"/>
        </a:xfrm>
        <a:custGeom>
          <a:avLst/>
          <a:gdLst/>
          <a:ahLst/>
          <a:cxnLst/>
          <a:rect l="0" t="0" r="0" b="0"/>
          <a:pathLst>
            <a:path>
              <a:moveTo>
                <a:pt x="0" y="0"/>
              </a:moveTo>
              <a:lnTo>
                <a:pt x="240358" y="0"/>
              </a:lnTo>
              <a:lnTo>
                <a:pt x="240358" y="1033542"/>
              </a:lnTo>
              <a:lnTo>
                <a:pt x="480717" y="1033542"/>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A7C64D-15D6-44A0-85FF-A71F426C1840}">
      <dsp:nvSpPr>
        <dsp:cNvPr id="0" name=""/>
        <dsp:cNvSpPr/>
      </dsp:nvSpPr>
      <dsp:spPr>
        <a:xfrm>
          <a:off x="3641838" y="2387917"/>
          <a:ext cx="480717" cy="91440"/>
        </a:xfrm>
        <a:custGeom>
          <a:avLst/>
          <a:gdLst/>
          <a:ahLst/>
          <a:cxnLst/>
          <a:rect l="0" t="0" r="0" b="0"/>
          <a:pathLst>
            <a:path>
              <a:moveTo>
                <a:pt x="0" y="45720"/>
              </a:moveTo>
              <a:lnTo>
                <a:pt x="480717" y="4572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5402E8-F0F4-42EC-BEF5-CA3FB82D6D7D}">
      <dsp:nvSpPr>
        <dsp:cNvPr id="0" name=""/>
        <dsp:cNvSpPr/>
      </dsp:nvSpPr>
      <dsp:spPr>
        <a:xfrm>
          <a:off x="3641838" y="1400095"/>
          <a:ext cx="480717" cy="1033542"/>
        </a:xfrm>
        <a:custGeom>
          <a:avLst/>
          <a:gdLst/>
          <a:ahLst/>
          <a:cxnLst/>
          <a:rect l="0" t="0" r="0" b="0"/>
          <a:pathLst>
            <a:path>
              <a:moveTo>
                <a:pt x="0" y="1033542"/>
              </a:moveTo>
              <a:lnTo>
                <a:pt x="240358" y="1033542"/>
              </a:lnTo>
              <a:lnTo>
                <a:pt x="240358" y="0"/>
              </a:lnTo>
              <a:lnTo>
                <a:pt x="48071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DB3CD4-AA90-4EC9-8B7B-BCE0B1259B1A}">
      <dsp:nvSpPr>
        <dsp:cNvPr id="0" name=""/>
        <dsp:cNvSpPr/>
      </dsp:nvSpPr>
      <dsp:spPr>
        <a:xfrm>
          <a:off x="3641838" y="366552"/>
          <a:ext cx="480717" cy="2067084"/>
        </a:xfrm>
        <a:custGeom>
          <a:avLst/>
          <a:gdLst/>
          <a:ahLst/>
          <a:cxnLst/>
          <a:rect l="0" t="0" r="0" b="0"/>
          <a:pathLst>
            <a:path>
              <a:moveTo>
                <a:pt x="0" y="2067084"/>
              </a:moveTo>
              <a:lnTo>
                <a:pt x="240358" y="2067084"/>
              </a:lnTo>
              <a:lnTo>
                <a:pt x="240358" y="0"/>
              </a:lnTo>
              <a:lnTo>
                <a:pt x="48071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540152-1F1A-4B52-933A-9B59BB83E71D}">
      <dsp:nvSpPr>
        <dsp:cNvPr id="0" name=""/>
        <dsp:cNvSpPr/>
      </dsp:nvSpPr>
      <dsp:spPr>
        <a:xfrm>
          <a:off x="1238250" y="2067090"/>
          <a:ext cx="2403587" cy="73309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smtClean="0">
              <a:latin typeface="Cambria" panose="02040503050406030204" pitchFamily="18" charset="0"/>
            </a:rPr>
            <a:t>Algorithms are :-</a:t>
          </a:r>
          <a:endParaRPr lang="en-US" sz="2200" kern="1200">
            <a:latin typeface="Cambria" panose="02040503050406030204" pitchFamily="18" charset="0"/>
          </a:endParaRPr>
        </a:p>
      </dsp:txBody>
      <dsp:txXfrm>
        <a:off x="1238250" y="2067090"/>
        <a:ext cx="2403587" cy="733094"/>
      </dsp:txXfrm>
    </dsp:sp>
    <dsp:sp modelId="{72A15713-15E4-435B-930D-773F09642165}">
      <dsp:nvSpPr>
        <dsp:cNvPr id="0" name=""/>
        <dsp:cNvSpPr/>
      </dsp:nvSpPr>
      <dsp:spPr>
        <a:xfrm>
          <a:off x="4122555" y="5"/>
          <a:ext cx="3419655" cy="73309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First Come First Serve</a:t>
          </a:r>
          <a:endParaRPr lang="en-US" sz="2200" kern="1200" dirty="0">
            <a:latin typeface="Cambria" panose="02040503050406030204" pitchFamily="18" charset="0"/>
          </a:endParaRPr>
        </a:p>
      </dsp:txBody>
      <dsp:txXfrm>
        <a:off x="4122555" y="5"/>
        <a:ext cx="3419655" cy="733094"/>
      </dsp:txXfrm>
    </dsp:sp>
    <dsp:sp modelId="{150F0F24-32B4-415C-9F63-DF7916DF1191}">
      <dsp:nvSpPr>
        <dsp:cNvPr id="0" name=""/>
        <dsp:cNvSpPr/>
      </dsp:nvSpPr>
      <dsp:spPr>
        <a:xfrm>
          <a:off x="4122555" y="1033547"/>
          <a:ext cx="3419655" cy="73309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Shorted Seek First</a:t>
          </a:r>
          <a:endParaRPr lang="en-US" sz="2200" kern="1200" dirty="0">
            <a:latin typeface="Cambria" panose="02040503050406030204" pitchFamily="18" charset="0"/>
          </a:endParaRPr>
        </a:p>
      </dsp:txBody>
      <dsp:txXfrm>
        <a:off x="4122555" y="1033547"/>
        <a:ext cx="3419655" cy="733094"/>
      </dsp:txXfrm>
    </dsp:sp>
    <dsp:sp modelId="{8025C1F8-65E9-40B9-856D-24ECA6722A4B}">
      <dsp:nvSpPr>
        <dsp:cNvPr id="0" name=""/>
        <dsp:cNvSpPr/>
      </dsp:nvSpPr>
      <dsp:spPr>
        <a:xfrm>
          <a:off x="4122555" y="2067090"/>
          <a:ext cx="3419655" cy="73309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US" sz="2200" kern="1200" dirty="0" smtClean="0">
              <a:latin typeface="Cambria" panose="02040503050406030204" pitchFamily="18" charset="0"/>
            </a:rPr>
            <a:t>Elevator Algorithm/ SCAN algorithm</a:t>
          </a:r>
          <a:endParaRPr lang="en-US" sz="2200" kern="1200" dirty="0">
            <a:latin typeface="Cambria" panose="02040503050406030204" pitchFamily="18" charset="0"/>
          </a:endParaRPr>
        </a:p>
      </dsp:txBody>
      <dsp:txXfrm>
        <a:off x="4122555" y="2067090"/>
        <a:ext cx="3419655" cy="733094"/>
      </dsp:txXfrm>
    </dsp:sp>
    <dsp:sp modelId="{C616AAC2-12F4-4B7F-B4B1-55CBC7B583D0}">
      <dsp:nvSpPr>
        <dsp:cNvPr id="0" name=""/>
        <dsp:cNvSpPr/>
      </dsp:nvSpPr>
      <dsp:spPr>
        <a:xfrm>
          <a:off x="4122555" y="3100632"/>
          <a:ext cx="3419655" cy="73309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IN" sz="2200" kern="1200" smtClean="0">
              <a:latin typeface="Cambria" panose="02040503050406030204" pitchFamily="18" charset="0"/>
            </a:rPr>
            <a:t>C-SCAN (circular-SCAN)</a:t>
          </a:r>
          <a:endParaRPr lang="en-US" sz="2200" kern="1200">
            <a:latin typeface="Cambria" panose="02040503050406030204" pitchFamily="18" charset="0"/>
          </a:endParaRPr>
        </a:p>
      </dsp:txBody>
      <dsp:txXfrm>
        <a:off x="4122555" y="3100632"/>
        <a:ext cx="3419655" cy="733094"/>
      </dsp:txXfrm>
    </dsp:sp>
    <dsp:sp modelId="{2E054C68-2DB5-4FEE-826C-B5A3C06F53B5}">
      <dsp:nvSpPr>
        <dsp:cNvPr id="0" name=""/>
        <dsp:cNvSpPr/>
      </dsp:nvSpPr>
      <dsp:spPr>
        <a:xfrm>
          <a:off x="4122555" y="4134175"/>
          <a:ext cx="3419655" cy="73309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rtl="0">
            <a:lnSpc>
              <a:spcPct val="90000"/>
            </a:lnSpc>
            <a:spcBef>
              <a:spcPct val="0"/>
            </a:spcBef>
            <a:spcAft>
              <a:spcPct val="35000"/>
            </a:spcAft>
          </a:pPr>
          <a:r>
            <a:rPr lang="en-IN" sz="2200" kern="1200" dirty="0" smtClean="0">
              <a:latin typeface="Cambria" panose="02040503050406030204" pitchFamily="18" charset="0"/>
            </a:rPr>
            <a:t>C-LOOK (circular-LOOK)</a:t>
          </a:r>
          <a:endParaRPr lang="en-US" sz="2200" kern="1200" dirty="0">
            <a:latin typeface="Cambria" panose="02040503050406030204" pitchFamily="18" charset="0"/>
          </a:endParaRPr>
        </a:p>
      </dsp:txBody>
      <dsp:txXfrm>
        <a:off x="4122555" y="4134175"/>
        <a:ext cx="3419655" cy="73309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440B0-191D-4973-87D2-FC6C84F72A4E}">
      <dsp:nvSpPr>
        <dsp:cNvPr id="0" name=""/>
        <dsp:cNvSpPr/>
      </dsp:nvSpPr>
      <dsp:spPr>
        <a:xfrm rot="10800000">
          <a:off x="2234385" y="1178"/>
          <a:ext cx="6992874" cy="1892089"/>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359" tIns="91440" rIns="170688" bIns="91440" numCol="1" spcCol="1270" anchor="ctr" anchorCtr="0">
          <a:noAutofit/>
        </a:bodyPr>
        <a:lstStyle/>
        <a:p>
          <a:pPr lvl="0" algn="ctr" defTabSz="1066800" rtl="0">
            <a:lnSpc>
              <a:spcPct val="90000"/>
            </a:lnSpc>
            <a:spcBef>
              <a:spcPct val="0"/>
            </a:spcBef>
            <a:spcAft>
              <a:spcPct val="35000"/>
            </a:spcAft>
          </a:pPr>
          <a:r>
            <a:rPr lang="en-IN" sz="2400" kern="1200" smtClean="0">
              <a:latin typeface="Cambria" panose="02040503050406030204" pitchFamily="18" charset="0"/>
            </a:rPr>
            <a:t>Redundant Array of Independent Disks.</a:t>
          </a:r>
          <a:endParaRPr lang="en-US" sz="2400" kern="1200">
            <a:latin typeface="Cambria" panose="02040503050406030204" pitchFamily="18" charset="0"/>
          </a:endParaRPr>
        </a:p>
      </dsp:txBody>
      <dsp:txXfrm rot="10800000">
        <a:off x="2707407" y="1178"/>
        <a:ext cx="6519852" cy="1892089"/>
      </dsp:txXfrm>
    </dsp:sp>
    <dsp:sp modelId="{D396A02C-FE85-463E-B5B3-AEA86582A263}">
      <dsp:nvSpPr>
        <dsp:cNvPr id="0" name=""/>
        <dsp:cNvSpPr/>
      </dsp:nvSpPr>
      <dsp:spPr>
        <a:xfrm>
          <a:off x="1288340" y="1178"/>
          <a:ext cx="1892089" cy="1892089"/>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5D0026-C1E4-44F3-9B94-BED1F5EC8159}">
      <dsp:nvSpPr>
        <dsp:cNvPr id="0" name=""/>
        <dsp:cNvSpPr/>
      </dsp:nvSpPr>
      <dsp:spPr>
        <a:xfrm rot="10800000">
          <a:off x="2234385" y="2458070"/>
          <a:ext cx="6992874" cy="1892089"/>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359" tIns="91440" rIns="170688" bIns="91440" numCol="1" spcCol="1270" anchor="ctr" anchorCtr="0">
          <a:noAutofit/>
        </a:bodyPr>
        <a:lstStyle/>
        <a:p>
          <a:pPr lvl="0" algn="ctr" defTabSz="1066800" rtl="0">
            <a:lnSpc>
              <a:spcPct val="90000"/>
            </a:lnSpc>
            <a:spcBef>
              <a:spcPct val="0"/>
            </a:spcBef>
            <a:spcAft>
              <a:spcPct val="35000"/>
            </a:spcAft>
          </a:pPr>
          <a:r>
            <a:rPr lang="en-IN" sz="2400" kern="1200" dirty="0" smtClean="0">
              <a:latin typeface="Cambria" panose="02040503050406030204" pitchFamily="18" charset="0"/>
            </a:rPr>
            <a:t>Parallel processing is used more and more to increasing speed of the CPU same we can even paralysed the I/O operation with help of redundant disks.</a:t>
          </a:r>
          <a:endParaRPr lang="en-US" sz="2400" kern="1200" dirty="0">
            <a:latin typeface="Cambria" panose="02040503050406030204" pitchFamily="18" charset="0"/>
          </a:endParaRPr>
        </a:p>
      </dsp:txBody>
      <dsp:txXfrm rot="10800000">
        <a:off x="2707407" y="2458070"/>
        <a:ext cx="6519852" cy="1892089"/>
      </dsp:txXfrm>
    </dsp:sp>
    <dsp:sp modelId="{4FF91884-E91A-4265-9646-820CCA7C44B9}">
      <dsp:nvSpPr>
        <dsp:cNvPr id="0" name=""/>
        <dsp:cNvSpPr/>
      </dsp:nvSpPr>
      <dsp:spPr>
        <a:xfrm>
          <a:off x="1288340" y="2458070"/>
          <a:ext cx="1892089" cy="1892089"/>
        </a:xfrm>
        <a:prstGeom prst="ellipse">
          <a:avLst/>
        </a:prstGeom>
        <a:solidFill>
          <a:schemeClr val="dk2">
            <a:tint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2">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3#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3#4">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3#5">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4#1">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3#6">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4#2">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3#7">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C4681-A077-4C32-A156-82612E3F3C08}" type="datetimeFigureOut">
              <a:rPr lang="en-US" smtClean="0"/>
              <a:pPr/>
              <a:t>3/20/2019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FEFCF9-4D0F-4296-A755-E40F29BCEE7D}" type="slidenum">
              <a:rPr lang="en-US" smtClean="0"/>
              <a:pPr/>
              <a:t>‹#›</a:t>
            </a:fld>
            <a:endParaRPr lang="en-US"/>
          </a:p>
        </p:txBody>
      </p:sp>
    </p:spTree>
    <p:extLst>
      <p:ext uri="{BB962C8B-B14F-4D97-AF65-F5344CB8AC3E}">
        <p14:creationId xmlns:p14="http://schemas.microsoft.com/office/powerpoint/2010/main" val="64358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a typeface="ＭＳ Ｐゴシック" panose="020B0600070205080204" pitchFamily="34" charset="-128"/>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anose="02020603050405020304" pitchFamily="18" charset="0"/>
                <a:ea typeface="ＭＳ Ｐゴシック" panose="020B0600070205080204" pitchFamily="34" charset="-128"/>
              </a:defRPr>
            </a:lvl1pPr>
            <a:lvl2pPr marL="742950" indent="-285750">
              <a:defRPr sz="3200">
                <a:solidFill>
                  <a:schemeClr val="tx1"/>
                </a:solidFill>
                <a:latin typeface="Times New Roman" panose="02020603050405020304" pitchFamily="18" charset="0"/>
                <a:ea typeface="ＭＳ Ｐゴシック" panose="020B0600070205080204" pitchFamily="34" charset="-128"/>
              </a:defRPr>
            </a:lvl2pPr>
            <a:lvl3pPr marL="1143000" indent="-228600">
              <a:defRPr sz="3200">
                <a:solidFill>
                  <a:schemeClr val="tx1"/>
                </a:solidFill>
                <a:latin typeface="Times New Roman" panose="02020603050405020304" pitchFamily="18" charset="0"/>
                <a:ea typeface="ＭＳ Ｐゴシック" panose="020B0600070205080204" pitchFamily="34" charset="-128"/>
              </a:defRPr>
            </a:lvl3pPr>
            <a:lvl4pPr marL="1600200" indent="-228600">
              <a:defRPr sz="3200">
                <a:solidFill>
                  <a:schemeClr val="tx1"/>
                </a:solidFill>
                <a:latin typeface="Times New Roman" panose="02020603050405020304" pitchFamily="18" charset="0"/>
                <a:ea typeface="ＭＳ Ｐゴシック" panose="020B0600070205080204" pitchFamily="34" charset="-128"/>
              </a:defRPr>
            </a:lvl4pPr>
            <a:lvl5pPr marL="2057400" indent="-228600">
              <a:defRPr sz="3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fld id="{1B1AF904-3046-43CD-9B25-4E9D108B9A78}" type="slidenum">
              <a:rPr lang="en-US" altLang="en-US" sz="1200">
                <a:latin typeface="Arial" panose="020B0604020202020204" pitchFamily="34" charset="0"/>
              </a:rPr>
              <a:pPr/>
              <a:t>30</a:t>
            </a:fld>
            <a:endParaRPr lang="en-US" altLang="en-US" sz="1200">
              <a:latin typeface="Arial" panose="020B0604020202020204" pitchFamily="34" charset="0"/>
            </a:endParaRPr>
          </a:p>
        </p:txBody>
      </p:sp>
    </p:spTree>
    <p:extLst>
      <p:ext uri="{BB962C8B-B14F-4D97-AF65-F5344CB8AC3E}">
        <p14:creationId xmlns:p14="http://schemas.microsoft.com/office/powerpoint/2010/main" val="2775559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3200">
                <a:solidFill>
                  <a:schemeClr val="tx1"/>
                </a:solidFill>
                <a:latin typeface="Times New Roman" panose="02020603050405020304" pitchFamily="18" charset="0"/>
                <a:ea typeface="ＭＳ Ｐゴシック" panose="020B0600070205080204" pitchFamily="34" charset="-128"/>
              </a:defRPr>
            </a:lvl1pPr>
            <a:lvl2pPr marL="742950" indent="-285750" defTabSz="930275">
              <a:defRPr sz="3200">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sz="3200">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sz="3200">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sz="3200">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eaLnBrk="0" hangingPunct="0"/>
            <a:fld id="{B1864977-0421-4F4F-9C5E-380F3F54187D}" type="slidenum">
              <a:rPr lang="he-IL" altLang="en-US" sz="1200">
                <a:cs typeface="Times New Roman" panose="02020603050405020304" pitchFamily="18" charset="0"/>
              </a:rPr>
              <a:pPr eaLnBrk="0" hangingPunct="0"/>
              <a:t>40</a:t>
            </a:fld>
            <a:endParaRPr lang="en-US" altLang="en-US" sz="1200">
              <a:cs typeface="Times New Roman" panose="02020603050405020304" pitchFamily="18" charset="0"/>
            </a:endParaRPr>
          </a:p>
        </p:txBody>
      </p:sp>
      <p:sp>
        <p:nvSpPr>
          <p:cNvPr id="82947" name="Rectangle 7"/>
          <p:cNvSpPr txBox="1">
            <a:spLocks noGrp="1" noChangeArrowheads="1"/>
          </p:cNvSpPr>
          <p:nvPr/>
        </p:nvSpPr>
        <p:spPr bwMode="auto">
          <a:xfrm>
            <a:off x="3840163" y="9413875"/>
            <a:ext cx="293846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a:solidFill>
                  <a:schemeClr val="tx1"/>
                </a:solidFill>
                <a:latin typeface="Times New Roman" panose="02020603050405020304" pitchFamily="18" charset="0"/>
                <a:ea typeface="ＭＳ Ｐゴシック" panose="020B0600070205080204" pitchFamily="34" charset="-128"/>
              </a:defRPr>
            </a:lvl1pPr>
            <a:lvl2pPr marL="742950" indent="-285750">
              <a:defRPr sz="3200">
                <a:solidFill>
                  <a:schemeClr val="tx1"/>
                </a:solidFill>
                <a:latin typeface="Times New Roman" panose="02020603050405020304" pitchFamily="18" charset="0"/>
                <a:ea typeface="ＭＳ Ｐゴシック" panose="020B0600070205080204" pitchFamily="34" charset="-128"/>
              </a:defRPr>
            </a:lvl2pPr>
            <a:lvl3pPr marL="1143000" indent="-228600">
              <a:defRPr sz="3200">
                <a:solidFill>
                  <a:schemeClr val="tx1"/>
                </a:solidFill>
                <a:latin typeface="Times New Roman" panose="02020603050405020304" pitchFamily="18" charset="0"/>
                <a:ea typeface="ＭＳ Ｐゴシック" panose="020B0600070205080204" pitchFamily="34" charset="-128"/>
              </a:defRPr>
            </a:lvl3pPr>
            <a:lvl4pPr marL="1600200" indent="-228600">
              <a:defRPr sz="3200">
                <a:solidFill>
                  <a:schemeClr val="tx1"/>
                </a:solidFill>
                <a:latin typeface="Times New Roman" panose="02020603050405020304" pitchFamily="18" charset="0"/>
                <a:ea typeface="ＭＳ Ｐゴシック" panose="020B0600070205080204" pitchFamily="34" charset="-128"/>
              </a:defRPr>
            </a:lvl4pPr>
            <a:lvl5pPr marL="2057400" indent="-228600">
              <a:defRPr sz="3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algn="ctr" eaLnBrk="1" hangingPunct="1"/>
            <a:fld id="{E51A7F83-6576-4EED-898C-F48F95E37690}" type="slidenum">
              <a:rPr lang="he-IL" altLang="en-US" sz="1200">
                <a:cs typeface="Times New Roman" panose="02020603050405020304" pitchFamily="18" charset="0"/>
              </a:rPr>
              <a:pPr algn="ctr" eaLnBrk="1" hangingPunct="1"/>
              <a:t>40</a:t>
            </a:fld>
            <a:endParaRPr lang="en-US" altLang="en-US" sz="1200">
              <a:cs typeface="Times New Roman" panose="02020603050405020304" pitchFamily="18" charset="0"/>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xfrm>
            <a:off x="677863" y="4706938"/>
            <a:ext cx="5424487" cy="4460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e-IL"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23355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3200">
                <a:solidFill>
                  <a:schemeClr val="tx1"/>
                </a:solidFill>
                <a:latin typeface="Times New Roman" panose="02020603050405020304" pitchFamily="18" charset="0"/>
                <a:ea typeface="ＭＳ Ｐゴシック" panose="020B0600070205080204" pitchFamily="34" charset="-128"/>
              </a:defRPr>
            </a:lvl1pPr>
            <a:lvl2pPr marL="742950" indent="-285750" defTabSz="930275">
              <a:defRPr sz="3200">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sz="3200">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sz="3200">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sz="3200">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eaLnBrk="0" hangingPunct="0"/>
            <a:fld id="{B160AA64-FC9B-4E0C-8C5C-57152A5E4FDE}" type="slidenum">
              <a:rPr lang="he-IL" altLang="en-US" sz="1200">
                <a:cs typeface="Times New Roman" panose="02020603050405020304" pitchFamily="18" charset="0"/>
              </a:rPr>
              <a:pPr eaLnBrk="0" hangingPunct="0"/>
              <a:t>42</a:t>
            </a:fld>
            <a:endParaRPr lang="en-US" altLang="en-US" sz="1200">
              <a:cs typeface="Times New Roman" panose="02020603050405020304" pitchFamily="18" charset="0"/>
            </a:endParaRPr>
          </a:p>
        </p:txBody>
      </p:sp>
      <p:sp>
        <p:nvSpPr>
          <p:cNvPr id="91139" name="Rectangle 2"/>
          <p:cNvSpPr>
            <a:spLocks noGrp="1" noRot="1" noChangeAspect="1" noChangeArrowheads="1" noTextEdit="1"/>
          </p:cNvSpPr>
          <p:nvPr>
            <p:ph type="sldImg"/>
          </p:nvPr>
        </p:nvSpPr>
        <p:spPr>
          <a:xfrm>
            <a:off x="88900" y="744538"/>
            <a:ext cx="6605588" cy="3716337"/>
          </a:xfrm>
          <a:ln w="12700" cap="flat"/>
        </p:spPr>
      </p:sp>
      <p:sp>
        <p:nvSpPr>
          <p:cNvPr id="91140" name="Rectangle 3"/>
          <p:cNvSpPr>
            <a:spLocks noGrp="1" noChangeArrowheads="1"/>
          </p:cNvSpPr>
          <p:nvPr>
            <p:ph type="body" idx="1"/>
          </p:nvPr>
        </p:nvSpPr>
        <p:spPr>
          <a:xfrm>
            <a:off x="904875" y="4708525"/>
            <a:ext cx="4970463" cy="44592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04" tIns="46802" rIns="93604" bIns="46802"/>
          <a:lstStyle/>
          <a:p>
            <a:endParaRPr lang="he-IL"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549284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3200">
                <a:solidFill>
                  <a:schemeClr val="tx1"/>
                </a:solidFill>
                <a:latin typeface="Times New Roman" panose="02020603050405020304" pitchFamily="18" charset="0"/>
                <a:ea typeface="ＭＳ Ｐゴシック" panose="020B0600070205080204" pitchFamily="34" charset="-128"/>
              </a:defRPr>
            </a:lvl1pPr>
            <a:lvl2pPr marL="742950" indent="-285750" defTabSz="930275">
              <a:defRPr sz="3200">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sz="3200">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sz="3200">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sz="3200">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eaLnBrk="0" hangingPunct="0"/>
            <a:fld id="{7D8BDC81-7AD1-4512-9365-3F52D8134B4D}" type="slidenum">
              <a:rPr lang="he-IL" altLang="en-US" sz="1200">
                <a:cs typeface="Times New Roman" panose="02020603050405020304" pitchFamily="18" charset="0"/>
              </a:rPr>
              <a:pPr eaLnBrk="0" hangingPunct="0"/>
              <a:t>43</a:t>
            </a:fld>
            <a:endParaRPr lang="en-US" altLang="en-US" sz="1200">
              <a:cs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03543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3200">
                <a:solidFill>
                  <a:schemeClr val="tx1"/>
                </a:solidFill>
                <a:latin typeface="Times New Roman" panose="02020603050405020304" pitchFamily="18" charset="0"/>
                <a:ea typeface="ＭＳ Ｐゴシック" panose="020B0600070205080204" pitchFamily="34" charset="-128"/>
              </a:defRPr>
            </a:lvl1pPr>
            <a:lvl2pPr marL="742950" indent="-285750" defTabSz="930275">
              <a:defRPr sz="3200">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sz="3200">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sz="3200">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sz="3200">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eaLnBrk="0" hangingPunct="0"/>
            <a:fld id="{80C09307-8EDF-41E6-89D0-D8FB3220A9D7}" type="slidenum">
              <a:rPr lang="he-IL" altLang="en-US" sz="1200">
                <a:cs typeface="Times New Roman" panose="02020603050405020304" pitchFamily="18" charset="0"/>
              </a:rPr>
              <a:pPr eaLnBrk="0" hangingPunct="0"/>
              <a:t>44</a:t>
            </a:fld>
            <a:endParaRPr lang="en-US" altLang="en-US" sz="1200">
              <a:cs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10496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3200">
                <a:solidFill>
                  <a:schemeClr val="tx1"/>
                </a:solidFill>
                <a:latin typeface="Times New Roman" panose="02020603050405020304" pitchFamily="18" charset="0"/>
                <a:ea typeface="ＭＳ Ｐゴシック" panose="020B0600070205080204" pitchFamily="34" charset="-128"/>
              </a:defRPr>
            </a:lvl1pPr>
            <a:lvl2pPr marL="742950" indent="-285750" defTabSz="930275">
              <a:defRPr sz="3200">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sz="3200">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sz="3200">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sz="3200">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eaLnBrk="0" hangingPunct="0"/>
            <a:fld id="{80C09307-8EDF-41E6-89D0-D8FB3220A9D7}" type="slidenum">
              <a:rPr lang="he-IL" altLang="en-US" sz="1200">
                <a:cs typeface="Times New Roman" panose="02020603050405020304" pitchFamily="18" charset="0"/>
              </a:rPr>
              <a:pPr eaLnBrk="0" hangingPunct="0"/>
              <a:t>45</a:t>
            </a:fld>
            <a:endParaRPr lang="en-US" altLang="en-US" sz="1200">
              <a:cs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40857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3200">
                <a:solidFill>
                  <a:schemeClr val="tx1"/>
                </a:solidFill>
                <a:latin typeface="Times New Roman" panose="02020603050405020304" pitchFamily="18" charset="0"/>
                <a:ea typeface="ＭＳ Ｐゴシック" panose="020B0600070205080204" pitchFamily="34" charset="-128"/>
              </a:defRPr>
            </a:lvl1pPr>
            <a:lvl2pPr marL="742950" indent="-285750" defTabSz="930275">
              <a:defRPr sz="3200">
                <a:solidFill>
                  <a:schemeClr val="tx1"/>
                </a:solidFill>
                <a:latin typeface="Times New Roman" panose="02020603050405020304" pitchFamily="18" charset="0"/>
                <a:ea typeface="ＭＳ Ｐゴシック" panose="020B0600070205080204" pitchFamily="34" charset="-128"/>
              </a:defRPr>
            </a:lvl2pPr>
            <a:lvl3pPr marL="1143000" indent="-228600" defTabSz="930275">
              <a:defRPr sz="3200">
                <a:solidFill>
                  <a:schemeClr val="tx1"/>
                </a:solidFill>
                <a:latin typeface="Times New Roman" panose="02020603050405020304" pitchFamily="18" charset="0"/>
                <a:ea typeface="ＭＳ Ｐゴシック" panose="020B0600070205080204" pitchFamily="34" charset="-128"/>
              </a:defRPr>
            </a:lvl3pPr>
            <a:lvl4pPr marL="1600200" indent="-228600" defTabSz="930275">
              <a:defRPr sz="3200">
                <a:solidFill>
                  <a:schemeClr val="tx1"/>
                </a:solidFill>
                <a:latin typeface="Times New Roman" panose="02020603050405020304" pitchFamily="18" charset="0"/>
                <a:ea typeface="ＭＳ Ｐゴシック" panose="020B0600070205080204" pitchFamily="34" charset="-128"/>
              </a:defRPr>
            </a:lvl4pPr>
            <a:lvl5pPr marL="2057400" indent="-228600" defTabSz="930275">
              <a:defRPr sz="3200">
                <a:solidFill>
                  <a:schemeClr val="tx1"/>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eaLnBrk="0" hangingPunct="0"/>
            <a:fld id="{6432F30D-A863-483E-B496-7C47C6A9A21F}" type="slidenum">
              <a:rPr lang="he-IL" altLang="en-US" sz="1200">
                <a:cs typeface="Times New Roman" panose="02020603050405020304" pitchFamily="18" charset="0"/>
              </a:rPr>
              <a:pPr eaLnBrk="0" hangingPunct="0"/>
              <a:t>46</a:t>
            </a:fld>
            <a:endParaRPr lang="en-US" altLang="en-US" sz="1200">
              <a:cs typeface="Times New Roman" panose="02020603050405020304"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06203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A19749-F6CA-43F0-A6BD-C93235661237}" type="datetimeFigureOut">
              <a:rPr lang="en-US" smtClean="0"/>
              <a:pPr/>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3102253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A19749-F6CA-43F0-A6BD-C93235661237}" type="datetimeFigureOut">
              <a:rPr lang="en-US" smtClean="0"/>
              <a:pPr/>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3357846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A19749-F6CA-43F0-A6BD-C93235661237}" type="datetimeFigureOut">
              <a:rPr lang="en-US" smtClean="0"/>
              <a:pPr/>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53626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A19749-F6CA-43F0-A6BD-C93235661237}" type="datetimeFigureOut">
              <a:rPr lang="en-US" smtClean="0"/>
              <a:pPr/>
              <a:t>3/20/2019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1382405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A19749-F6CA-43F0-A6BD-C93235661237}" type="datetimeFigureOut">
              <a:rPr lang="en-US" smtClean="0"/>
              <a:pPr/>
              <a:t>3/20/2019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669584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A19749-F6CA-43F0-A6BD-C93235661237}" type="datetimeFigureOut">
              <a:rPr lang="en-US" smtClean="0"/>
              <a:pPr/>
              <a:t>3/20/2019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406942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A19749-F6CA-43F0-A6BD-C93235661237}" type="datetimeFigureOut">
              <a:rPr lang="en-US" smtClean="0"/>
              <a:pPr/>
              <a:t>3/20/2019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1068043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A19749-F6CA-43F0-A6BD-C93235661237}" type="datetimeFigureOut">
              <a:rPr lang="en-US" smtClean="0"/>
              <a:pPr/>
              <a:t>3/20/2019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2796201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A19749-F6CA-43F0-A6BD-C93235661237}" type="datetimeFigureOut">
              <a:rPr lang="en-US" smtClean="0"/>
              <a:pPr/>
              <a:t>3/20/2019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2095106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A19749-F6CA-43F0-A6BD-C93235661237}" type="datetimeFigureOut">
              <a:rPr lang="en-US" smtClean="0"/>
              <a:pPr/>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2753086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A19749-F6CA-43F0-A6BD-C93235661237}" type="datetimeFigureOut">
              <a:rPr lang="en-US" smtClean="0"/>
              <a:pPr/>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7452A1-1C74-4988-B385-114A33BEA605}" type="slidenum">
              <a:rPr lang="en-US" smtClean="0"/>
              <a:pPr/>
              <a:t>‹#›</a:t>
            </a:fld>
            <a:endParaRPr lang="en-US"/>
          </a:p>
        </p:txBody>
      </p:sp>
    </p:spTree>
    <p:extLst>
      <p:ext uri="{BB962C8B-B14F-4D97-AF65-F5344CB8AC3E}">
        <p14:creationId xmlns:p14="http://schemas.microsoft.com/office/powerpoint/2010/main" val="2933381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Content Placeholder 2"/>
          <p:cNvSpPr>
            <a:spLocks noGrp="1"/>
          </p:cNvSpPr>
          <p:nvPr>
            <p:ph idx="1"/>
          </p:nvPr>
        </p:nvSpPr>
        <p:spPr>
          <a:xfrm>
            <a:off x="711200" y="1727200"/>
            <a:ext cx="10938933" cy="4445000"/>
          </a:xfrm>
        </p:spPr>
        <p:txBody>
          <a:bodyPr/>
          <a:lstStyle>
            <a:lvl1pPr algn="l">
              <a:buFont typeface="Arial" pitchFamily="34" charset="0"/>
              <a:buChar cha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6"/>
          <p:cNvSpPr>
            <a:spLocks noGrp="1"/>
          </p:cNvSpPr>
          <p:nvPr>
            <p:ph type="ftr" sz="quarter" idx="10"/>
          </p:nvPr>
        </p:nvSpPr>
        <p:spPr/>
        <p:txBody>
          <a:bodyPr/>
          <a:lstStyle>
            <a:lvl1pPr>
              <a:defRPr/>
            </a:lvl1pPr>
          </a:lstStyle>
          <a:p>
            <a:pPr>
              <a:defRPr/>
            </a:pPr>
            <a:r>
              <a:rPr lang="en-US"/>
              <a:t>Tanenbaum, Modern Operating Systems 3 e, (c) 2008 Prentice-Hall, Inc. All rights reserved. 0-13-</a:t>
            </a:r>
            <a:r>
              <a:rPr lang="en-US" b="1"/>
              <a:t>6006639</a:t>
            </a:r>
            <a:endParaRPr lang="en-US"/>
          </a:p>
        </p:txBody>
      </p:sp>
    </p:spTree>
    <p:extLst>
      <p:ext uri="{BB962C8B-B14F-4D97-AF65-F5344CB8AC3E}">
        <p14:creationId xmlns:p14="http://schemas.microsoft.com/office/powerpoint/2010/main" val="389847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A19749-F6CA-43F0-A6BD-C93235661237}" type="datetimeFigureOut">
              <a:rPr lang="en-US" smtClean="0"/>
              <a:pPr/>
              <a:t>3/20/2019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7452A1-1C74-4988-B385-114A33BEA605}" type="slidenum">
              <a:rPr lang="en-US" smtClean="0"/>
              <a:pPr/>
              <a:t>‹#›</a:t>
            </a:fld>
            <a:endParaRPr lang="en-US"/>
          </a:p>
        </p:txBody>
      </p:sp>
    </p:spTree>
    <p:extLst>
      <p:ext uri="{BB962C8B-B14F-4D97-AF65-F5344CB8AC3E}">
        <p14:creationId xmlns:p14="http://schemas.microsoft.com/office/powerpoint/2010/main" val="2525911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1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1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7200" dirty="0" smtClean="0">
                <a:latin typeface="Times New Roman" panose="02020603050405020304" pitchFamily="18" charset="0"/>
                <a:cs typeface="Times New Roman" panose="02020603050405020304" pitchFamily="18" charset="0"/>
              </a:rPr>
              <a:t>Unit-6</a:t>
            </a:r>
            <a:endParaRPr lang="en-US" sz="7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sz="8000" dirty="0" smtClean="0">
                <a:latin typeface="Cambria" panose="02040503050406030204" pitchFamily="18" charset="0"/>
              </a:rPr>
              <a:t>I/O Management </a:t>
            </a:r>
            <a:endParaRPr lang="en-US" sz="8000" dirty="0">
              <a:latin typeface="Cambria" panose="02040503050406030204" pitchFamily="18" charset="0"/>
            </a:endParaRPr>
          </a:p>
        </p:txBody>
      </p:sp>
    </p:spTree>
    <p:extLst>
      <p:ext uri="{BB962C8B-B14F-4D97-AF65-F5344CB8AC3E}">
        <p14:creationId xmlns:p14="http://schemas.microsoft.com/office/powerpoint/2010/main" val="10133721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462588"/>
          </a:xfrm>
        </p:spPr>
        <p:txBody>
          <a:bodyPr>
            <a:normAutofit/>
          </a:bodyPr>
          <a:lstStyle/>
          <a:p>
            <a:r>
              <a:rPr lang="en-US" dirty="0" smtClean="0">
                <a:latin typeface="Cambria" panose="02040503050406030204" pitchFamily="18" charset="0"/>
              </a:rPr>
              <a:t>I/O Management </a:t>
            </a:r>
          </a:p>
          <a:p>
            <a:r>
              <a:rPr lang="en-US" b="1" i="1" dirty="0" smtClean="0">
                <a:latin typeface="Cambria" panose="02040503050406030204" pitchFamily="18" charset="0"/>
              </a:rPr>
              <a:t>Principles of I/O Hardware:   </a:t>
            </a:r>
          </a:p>
          <a:p>
            <a:pPr lvl="1"/>
            <a:r>
              <a:rPr lang="en-US" b="1" i="1" dirty="0" smtClean="0">
                <a:latin typeface="Cambria" panose="02040503050406030204" pitchFamily="18" charset="0"/>
              </a:rPr>
              <a:t>I/O devices</a:t>
            </a:r>
          </a:p>
          <a:p>
            <a:pPr lvl="1"/>
            <a:r>
              <a:rPr lang="en-US" dirty="0" smtClean="0">
                <a:latin typeface="Cambria" panose="02040503050406030204" pitchFamily="18" charset="0"/>
              </a:rPr>
              <a:t> Device controllers </a:t>
            </a:r>
          </a:p>
          <a:p>
            <a:pPr lvl="1"/>
            <a:r>
              <a:rPr lang="en-US" dirty="0" smtClean="0">
                <a:latin typeface="Cambria" panose="02040503050406030204" pitchFamily="18" charset="0"/>
              </a:rPr>
              <a:t>Direct memory access  </a:t>
            </a:r>
          </a:p>
          <a:p>
            <a:r>
              <a:rPr lang="en-US" dirty="0" smtClean="0">
                <a:latin typeface="Cambria" panose="02040503050406030204" pitchFamily="18" charset="0"/>
              </a:rPr>
              <a:t>Principles of I/O Software:  </a:t>
            </a:r>
          </a:p>
          <a:p>
            <a:pPr lvl="1"/>
            <a:r>
              <a:rPr lang="en-US" dirty="0" smtClean="0">
                <a:latin typeface="Cambria" panose="02040503050406030204" pitchFamily="18" charset="0"/>
              </a:rPr>
              <a:t>Goals of Interrupt handlers  </a:t>
            </a:r>
          </a:p>
          <a:p>
            <a:pPr lvl="1"/>
            <a:r>
              <a:rPr lang="en-US" dirty="0" smtClean="0">
                <a:latin typeface="Cambria" panose="02040503050406030204" pitchFamily="18" charset="0"/>
              </a:rPr>
              <a:t>Device drivers  </a:t>
            </a:r>
          </a:p>
          <a:p>
            <a:pPr lvl="1"/>
            <a:r>
              <a:rPr lang="en-US" dirty="0" smtClean="0">
                <a:latin typeface="Cambria" panose="02040503050406030204" pitchFamily="18" charset="0"/>
              </a:rPr>
              <a:t>Device independent I/O software </a:t>
            </a:r>
          </a:p>
          <a:p>
            <a:r>
              <a:rPr lang="en-US" dirty="0" smtClean="0">
                <a:latin typeface="Cambria" panose="02040503050406030204" pitchFamily="18" charset="0"/>
              </a:rPr>
              <a:t>Secondary-Storage Structure: </a:t>
            </a:r>
          </a:p>
          <a:p>
            <a:pPr lvl="1"/>
            <a:r>
              <a:rPr lang="en-US" dirty="0" smtClean="0">
                <a:latin typeface="Cambria" panose="02040503050406030204" pitchFamily="18" charset="0"/>
              </a:rPr>
              <a:t>Disk structure </a:t>
            </a:r>
          </a:p>
          <a:p>
            <a:pPr lvl="1"/>
            <a:r>
              <a:rPr lang="en-US" dirty="0" smtClean="0">
                <a:latin typeface="Cambria" panose="02040503050406030204" pitchFamily="18" charset="0"/>
              </a:rPr>
              <a:t>Disk scheduling  algorithm </a:t>
            </a:r>
            <a:endParaRPr lang="en-US" dirty="0">
              <a:latin typeface="Cambria" panose="02040503050406030204" pitchFamily="18" charset="0"/>
            </a:endParaRPr>
          </a:p>
        </p:txBody>
      </p:sp>
    </p:spTree>
    <p:extLst>
      <p:ext uri="{BB962C8B-B14F-4D97-AF65-F5344CB8AC3E}">
        <p14:creationId xmlns:p14="http://schemas.microsoft.com/office/powerpoint/2010/main" val="37202671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2"/>
          <p:cNvSpPr>
            <a:spLocks noGrp="1"/>
          </p:cNvSpPr>
          <p:nvPr>
            <p:ph type="title"/>
          </p:nvPr>
        </p:nvSpPr>
        <p:spPr>
          <a:xfrm>
            <a:off x="566737" y="188913"/>
            <a:ext cx="10906125" cy="541288"/>
          </a:xfrm>
        </p:spPr>
        <p:txBody>
          <a:bodyPr>
            <a:noAutofit/>
          </a:bodyPr>
          <a:lstStyle/>
          <a:p>
            <a:pPr>
              <a:defRPr/>
            </a:pPr>
            <a:r>
              <a:rPr lang="en-US" b="1" dirty="0">
                <a:latin typeface="Times New Roman" panose="02020603050405020304" pitchFamily="18" charset="0"/>
                <a:cs typeface="Times New Roman" panose="02020603050405020304" pitchFamily="18" charset="0"/>
              </a:rPr>
              <a:t>Principles of I/O </a:t>
            </a:r>
            <a:r>
              <a:rPr lang="en-US" b="1" dirty="0" smtClean="0">
                <a:latin typeface="Times New Roman" panose="02020603050405020304" pitchFamily="18" charset="0"/>
                <a:cs typeface="Times New Roman" panose="02020603050405020304" pitchFamily="18" charset="0"/>
              </a:rPr>
              <a:t>Hardware: I/O device</a:t>
            </a:r>
            <a:endParaRPr lang="en-US" b="1" dirty="0" smtClean="0">
              <a:solidFill>
                <a:srgbClr val="FF0000"/>
              </a:solidFill>
              <a:latin typeface="Times New Roman" panose="02020603050405020304" pitchFamily="18" charset="0"/>
              <a:ea typeface="ＭＳ Ｐゴシック" pitchFamily="34" charset="-128"/>
              <a:cs typeface="Times New Roman" panose="02020603050405020304" pitchFamily="18" charset="0"/>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20534579"/>
              </p:ext>
            </p:extLst>
          </p:nvPr>
        </p:nvGraphicFramePr>
        <p:xfrm>
          <a:off x="823913" y="1089027"/>
          <a:ext cx="9432925" cy="529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9887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2"/>
          <p:cNvSpPr>
            <a:spLocks noGrp="1"/>
          </p:cNvSpPr>
          <p:nvPr>
            <p:ph type="title"/>
          </p:nvPr>
        </p:nvSpPr>
        <p:spPr>
          <a:xfrm>
            <a:off x="566737" y="188913"/>
            <a:ext cx="10906125" cy="541288"/>
          </a:xfrm>
        </p:spPr>
        <p:txBody>
          <a:bodyPr>
            <a:noAutofit/>
          </a:bodyPr>
          <a:lstStyle/>
          <a:p>
            <a:pPr>
              <a:defRPr/>
            </a:pPr>
            <a:r>
              <a:rPr lang="en-US" b="1" dirty="0">
                <a:latin typeface="Times New Roman" panose="02020603050405020304" pitchFamily="18" charset="0"/>
                <a:cs typeface="Times New Roman" panose="02020603050405020304" pitchFamily="18" charset="0"/>
              </a:rPr>
              <a:t>Principles of I/O </a:t>
            </a:r>
            <a:r>
              <a:rPr lang="en-US" b="1" dirty="0" smtClean="0">
                <a:latin typeface="Times New Roman" panose="02020603050405020304" pitchFamily="18" charset="0"/>
                <a:cs typeface="Times New Roman" panose="02020603050405020304" pitchFamily="18" charset="0"/>
              </a:rPr>
              <a:t>Hardware: I/O device</a:t>
            </a:r>
            <a:endParaRPr lang="en-US" b="1" dirty="0" smtClean="0">
              <a:solidFill>
                <a:srgbClr val="FF0000"/>
              </a:solidFill>
              <a:latin typeface="Times New Roman" panose="02020603050405020304" pitchFamily="18" charset="0"/>
              <a:ea typeface="ＭＳ Ｐゴシック" pitchFamily="34" charset="-128"/>
              <a:cs typeface="Times New Roman" panose="02020603050405020304" pitchFamily="18" charset="0"/>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813753782"/>
              </p:ext>
            </p:extLst>
          </p:nvPr>
        </p:nvGraphicFramePr>
        <p:xfrm>
          <a:off x="823913" y="1089027"/>
          <a:ext cx="10391775" cy="529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50259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a:xfrm>
            <a:off x="700089" y="185737"/>
            <a:ext cx="8624887" cy="1143000"/>
          </a:xfrm>
        </p:spPr>
        <p:txBody>
          <a:bodyPr/>
          <a:lstStyle/>
          <a:p>
            <a:pPr algn="l" eaLnBrk="1" hangingPunct="1">
              <a:defRPr/>
            </a:pPr>
            <a:r>
              <a:rPr lang="en-US" dirty="0" smtClean="0">
                <a:latin typeface="Cambria" panose="02040503050406030204" pitchFamily="18" charset="0"/>
                <a:ea typeface="ＭＳ Ｐゴシック" pitchFamily="34" charset="-128"/>
              </a:rPr>
              <a:t>I/O Devices</a:t>
            </a:r>
          </a:p>
        </p:txBody>
      </p:sp>
      <p:sp>
        <p:nvSpPr>
          <p:cNvPr id="29699" name="Content Placeholder 1"/>
          <p:cNvSpPr>
            <a:spLocks noGrp="1"/>
          </p:cNvSpPr>
          <p:nvPr>
            <p:ph idx="1"/>
          </p:nvPr>
        </p:nvSpPr>
        <p:spPr>
          <a:xfrm>
            <a:off x="700089" y="5413376"/>
            <a:ext cx="5032376" cy="892175"/>
          </a:xfrm>
        </p:spPr>
        <p:txBody>
          <a:bodyPr/>
          <a:lstStyle/>
          <a:p>
            <a:pPr eaLnBrk="1" hangingPunct="1">
              <a:buFont typeface="Arial" panose="020B0604020202020204" pitchFamily="34" charset="0"/>
              <a:buNone/>
            </a:pPr>
            <a:r>
              <a:rPr lang="en-US" altLang="en-US" dirty="0" smtClean="0">
                <a:latin typeface="Cambria" panose="02040503050406030204" pitchFamily="18" charset="0"/>
                <a:ea typeface="ＭＳ Ｐゴシック" panose="020B0600070205080204" pitchFamily="34" charset="-128"/>
              </a:rPr>
              <a:t>Figure : Some typical device network, and bus data rates.</a:t>
            </a:r>
          </a:p>
        </p:txBody>
      </p:sp>
      <p:pic>
        <p:nvPicPr>
          <p:cNvPr id="2970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7389" y="334964"/>
            <a:ext cx="4492625" cy="59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3629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462588"/>
          </a:xfrm>
        </p:spPr>
        <p:txBody>
          <a:bodyPr>
            <a:normAutofit/>
          </a:bodyPr>
          <a:lstStyle/>
          <a:p>
            <a:r>
              <a:rPr lang="en-US" dirty="0" smtClean="0">
                <a:latin typeface="Cambria" panose="02040503050406030204" pitchFamily="18" charset="0"/>
              </a:rPr>
              <a:t>I/O Management </a:t>
            </a:r>
          </a:p>
          <a:p>
            <a:r>
              <a:rPr lang="en-US" b="1" i="1" dirty="0" smtClean="0">
                <a:latin typeface="Cambria" panose="02040503050406030204" pitchFamily="18" charset="0"/>
              </a:rPr>
              <a:t>Principles of I/O Hardware:   </a:t>
            </a:r>
          </a:p>
          <a:p>
            <a:pPr lvl="1"/>
            <a:r>
              <a:rPr lang="en-US" dirty="0" smtClean="0">
                <a:latin typeface="Cambria" panose="02040503050406030204" pitchFamily="18" charset="0"/>
              </a:rPr>
              <a:t>I/O devices</a:t>
            </a:r>
          </a:p>
          <a:p>
            <a:pPr lvl="1"/>
            <a:r>
              <a:rPr lang="en-US" dirty="0" smtClean="0">
                <a:latin typeface="Cambria" panose="02040503050406030204" pitchFamily="18" charset="0"/>
              </a:rPr>
              <a:t> </a:t>
            </a:r>
            <a:r>
              <a:rPr lang="en-US" b="1" i="1" dirty="0" smtClean="0">
                <a:latin typeface="Cambria" panose="02040503050406030204" pitchFamily="18" charset="0"/>
              </a:rPr>
              <a:t>Device controllers </a:t>
            </a:r>
          </a:p>
          <a:p>
            <a:pPr lvl="1"/>
            <a:r>
              <a:rPr lang="en-US" dirty="0" smtClean="0">
                <a:latin typeface="Cambria" panose="02040503050406030204" pitchFamily="18" charset="0"/>
              </a:rPr>
              <a:t>Direct memory access  </a:t>
            </a:r>
          </a:p>
          <a:p>
            <a:r>
              <a:rPr lang="en-US" dirty="0" smtClean="0">
                <a:latin typeface="Cambria" panose="02040503050406030204" pitchFamily="18" charset="0"/>
              </a:rPr>
              <a:t>Principles of I/O Software:  </a:t>
            </a:r>
          </a:p>
          <a:p>
            <a:pPr lvl="1"/>
            <a:r>
              <a:rPr lang="en-US" dirty="0" smtClean="0">
                <a:latin typeface="Cambria" panose="02040503050406030204" pitchFamily="18" charset="0"/>
              </a:rPr>
              <a:t>Goals of Interrupt handlers  </a:t>
            </a:r>
          </a:p>
          <a:p>
            <a:pPr lvl="1"/>
            <a:r>
              <a:rPr lang="en-US" dirty="0" smtClean="0">
                <a:latin typeface="Cambria" panose="02040503050406030204" pitchFamily="18" charset="0"/>
              </a:rPr>
              <a:t>Device drivers  </a:t>
            </a:r>
          </a:p>
          <a:p>
            <a:pPr lvl="1"/>
            <a:r>
              <a:rPr lang="en-US" dirty="0" smtClean="0">
                <a:latin typeface="Cambria" panose="02040503050406030204" pitchFamily="18" charset="0"/>
              </a:rPr>
              <a:t>Device independent I/O software </a:t>
            </a:r>
          </a:p>
          <a:p>
            <a:r>
              <a:rPr lang="en-US" dirty="0" smtClean="0">
                <a:latin typeface="Cambria" panose="02040503050406030204" pitchFamily="18" charset="0"/>
              </a:rPr>
              <a:t>Secondary-Storage Structure: </a:t>
            </a:r>
          </a:p>
          <a:p>
            <a:pPr lvl="1"/>
            <a:r>
              <a:rPr lang="en-US" dirty="0" smtClean="0">
                <a:latin typeface="Cambria" panose="02040503050406030204" pitchFamily="18" charset="0"/>
              </a:rPr>
              <a:t>Disk structure </a:t>
            </a:r>
          </a:p>
          <a:p>
            <a:pPr lvl="1"/>
            <a:r>
              <a:rPr lang="en-US" dirty="0" smtClean="0">
                <a:latin typeface="Cambria" panose="02040503050406030204" pitchFamily="18" charset="0"/>
              </a:rPr>
              <a:t>Disk scheduling  algorithm </a:t>
            </a:r>
            <a:endParaRPr lang="en-US" dirty="0">
              <a:latin typeface="Cambria" panose="02040503050406030204" pitchFamily="18" charset="0"/>
            </a:endParaRPr>
          </a:p>
        </p:txBody>
      </p:sp>
    </p:spTree>
    <p:extLst>
      <p:ext uri="{BB962C8B-B14F-4D97-AF65-F5344CB8AC3E}">
        <p14:creationId xmlns:p14="http://schemas.microsoft.com/office/powerpoint/2010/main" val="37435668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2"/>
          <p:cNvSpPr>
            <a:spLocks noGrp="1"/>
          </p:cNvSpPr>
          <p:nvPr>
            <p:ph type="title"/>
          </p:nvPr>
        </p:nvSpPr>
        <p:spPr>
          <a:xfrm>
            <a:off x="1138238" y="157163"/>
            <a:ext cx="6705600" cy="724168"/>
          </a:xfrm>
        </p:spPr>
        <p:txBody>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Device Controllers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763510324"/>
              </p:ext>
            </p:extLst>
          </p:nvPr>
        </p:nvGraphicFramePr>
        <p:xfrm>
          <a:off x="1014413" y="881331"/>
          <a:ext cx="9815512" cy="5737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34396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188" y="179387"/>
            <a:ext cx="10515600" cy="1325563"/>
          </a:xfrm>
        </p:spPr>
        <p:txBody>
          <a:bodyPr/>
          <a:lstStyle/>
          <a:p>
            <a:pPr>
              <a:defRPr/>
            </a:pPr>
            <a:r>
              <a:rPr lang="en-US" b="1" dirty="0" smtClean="0">
                <a:latin typeface="Times New Roman" panose="02020603050405020304" pitchFamily="18" charset="0"/>
                <a:cs typeface="Times New Roman" panose="02020603050405020304" pitchFamily="18" charset="0"/>
              </a:rPr>
              <a:t>Device Controller</a:t>
            </a:r>
            <a:endParaRPr lang="en-IN"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smtClean="0"/>
              <a:t>Tanenbaum, Modern Operating Systems 3 e, (c) 2008 Prentice-Hall, Inc. All rights reserved. 0-13-</a:t>
            </a:r>
            <a:r>
              <a:rPr lang="en-US" b="1" smtClean="0"/>
              <a:t>6006639</a:t>
            </a:r>
            <a:endParaRPr lang="en-US"/>
          </a:p>
        </p:txBody>
      </p:sp>
      <p:pic>
        <p:nvPicPr>
          <p:cNvPr id="32772" name="Picture 2"/>
          <p:cNvPicPr>
            <a:picLocks noChangeAspect="1" noChangeArrowheads="1"/>
          </p:cNvPicPr>
          <p:nvPr/>
        </p:nvPicPr>
        <p:blipFill>
          <a:blip r:embed="rId2">
            <a:extLst>
              <a:ext uri="{28A0092B-C50C-407E-A947-70E740481C1C}">
                <a14:useLocalDpi xmlns:a14="http://schemas.microsoft.com/office/drawing/2010/main" val="0"/>
              </a:ext>
            </a:extLst>
          </a:blip>
          <a:srcRect l="14279" t="21346" r="11316" b="18849"/>
          <a:stretch>
            <a:fillRect/>
          </a:stretch>
        </p:blipFill>
        <p:spPr bwMode="auto">
          <a:xfrm>
            <a:off x="1524001" y="1773239"/>
            <a:ext cx="8435975" cy="381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695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2"/>
          <p:cNvSpPr>
            <a:spLocks noGrp="1"/>
          </p:cNvSpPr>
          <p:nvPr>
            <p:ph type="title"/>
          </p:nvPr>
        </p:nvSpPr>
        <p:spPr>
          <a:xfrm>
            <a:off x="1138238" y="157163"/>
            <a:ext cx="6705600" cy="724168"/>
          </a:xfrm>
        </p:spPr>
        <p:txBody>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Device Controllers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737407674"/>
              </p:ext>
            </p:extLst>
          </p:nvPr>
        </p:nvGraphicFramePr>
        <p:xfrm>
          <a:off x="1138238" y="881331"/>
          <a:ext cx="9815512" cy="5737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9814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462588"/>
          </a:xfrm>
        </p:spPr>
        <p:txBody>
          <a:bodyPr>
            <a:normAutofit/>
          </a:bodyPr>
          <a:lstStyle/>
          <a:p>
            <a:r>
              <a:rPr lang="en-US" dirty="0" smtClean="0">
                <a:latin typeface="Cambria" panose="02040503050406030204" pitchFamily="18" charset="0"/>
              </a:rPr>
              <a:t>I/O Management </a:t>
            </a:r>
          </a:p>
          <a:p>
            <a:r>
              <a:rPr lang="en-US" b="1" i="1" dirty="0" smtClean="0">
                <a:latin typeface="Cambria" panose="02040503050406030204" pitchFamily="18" charset="0"/>
              </a:rPr>
              <a:t>Principles of I/O Hardware:   </a:t>
            </a:r>
          </a:p>
          <a:p>
            <a:pPr lvl="1"/>
            <a:r>
              <a:rPr lang="en-US" dirty="0" smtClean="0">
                <a:latin typeface="Cambria" panose="02040503050406030204" pitchFamily="18" charset="0"/>
              </a:rPr>
              <a:t>I/O devices</a:t>
            </a:r>
          </a:p>
          <a:p>
            <a:pPr lvl="1"/>
            <a:r>
              <a:rPr lang="en-US" dirty="0" smtClean="0">
                <a:latin typeface="Cambria" panose="02040503050406030204" pitchFamily="18" charset="0"/>
              </a:rPr>
              <a:t> </a:t>
            </a:r>
            <a:r>
              <a:rPr lang="en-US" b="1" i="1" dirty="0" smtClean="0">
                <a:latin typeface="Cambria" panose="02040503050406030204" pitchFamily="18" charset="0"/>
              </a:rPr>
              <a:t>Device controllers </a:t>
            </a:r>
          </a:p>
          <a:p>
            <a:pPr lvl="1"/>
            <a:r>
              <a:rPr lang="en-US" dirty="0" smtClean="0">
                <a:latin typeface="Cambria" panose="02040503050406030204" pitchFamily="18" charset="0"/>
              </a:rPr>
              <a:t>Direct memory access  </a:t>
            </a:r>
          </a:p>
          <a:p>
            <a:r>
              <a:rPr lang="en-US" dirty="0" smtClean="0">
                <a:latin typeface="Cambria" panose="02040503050406030204" pitchFamily="18" charset="0"/>
              </a:rPr>
              <a:t>Principles of I/O Software:  </a:t>
            </a:r>
          </a:p>
          <a:p>
            <a:pPr lvl="1"/>
            <a:r>
              <a:rPr lang="en-US" dirty="0" smtClean="0">
                <a:latin typeface="Cambria" panose="02040503050406030204" pitchFamily="18" charset="0"/>
              </a:rPr>
              <a:t>Goals of Interrupt handlers  </a:t>
            </a:r>
          </a:p>
          <a:p>
            <a:pPr lvl="1"/>
            <a:r>
              <a:rPr lang="en-US" dirty="0" smtClean="0">
                <a:latin typeface="Cambria" panose="02040503050406030204" pitchFamily="18" charset="0"/>
              </a:rPr>
              <a:t>Device drivers  </a:t>
            </a:r>
          </a:p>
          <a:p>
            <a:pPr lvl="1"/>
            <a:r>
              <a:rPr lang="en-US" dirty="0" smtClean="0">
                <a:latin typeface="Cambria" panose="02040503050406030204" pitchFamily="18" charset="0"/>
              </a:rPr>
              <a:t>Device independent I/O software </a:t>
            </a:r>
          </a:p>
          <a:p>
            <a:r>
              <a:rPr lang="en-US" dirty="0" smtClean="0">
                <a:latin typeface="Cambria" panose="02040503050406030204" pitchFamily="18" charset="0"/>
              </a:rPr>
              <a:t>Secondary-Storage Structure: </a:t>
            </a:r>
          </a:p>
          <a:p>
            <a:pPr lvl="1"/>
            <a:r>
              <a:rPr lang="en-US" dirty="0" smtClean="0">
                <a:latin typeface="Cambria" panose="02040503050406030204" pitchFamily="18" charset="0"/>
              </a:rPr>
              <a:t>Disk structure </a:t>
            </a:r>
          </a:p>
          <a:p>
            <a:pPr lvl="1"/>
            <a:r>
              <a:rPr lang="en-US" dirty="0" smtClean="0">
                <a:latin typeface="Cambria" panose="02040503050406030204" pitchFamily="18" charset="0"/>
              </a:rPr>
              <a:t>Disk scheduling  algorithm </a:t>
            </a:r>
            <a:endParaRPr lang="en-US" dirty="0">
              <a:latin typeface="Cambria" panose="02040503050406030204" pitchFamily="18" charset="0"/>
            </a:endParaRPr>
          </a:p>
        </p:txBody>
      </p:sp>
    </p:spTree>
    <p:extLst>
      <p:ext uri="{BB962C8B-B14F-4D97-AF65-F5344CB8AC3E}">
        <p14:creationId xmlns:p14="http://schemas.microsoft.com/office/powerpoint/2010/main" val="1428130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0"/>
            <a:ext cx="11787188" cy="1325563"/>
          </a:xfrm>
        </p:spPr>
        <p:txBody>
          <a:bodyPr/>
          <a:lstStyle/>
          <a:p>
            <a:r>
              <a:rPr lang="en-IN" b="1" dirty="0">
                <a:latin typeface="Times New Roman" panose="02020603050405020304" pitchFamily="18" charset="0"/>
                <a:cs typeface="Times New Roman" panose="02020603050405020304" pitchFamily="18" charset="0"/>
              </a:rPr>
              <a:t>Memory Mapped I/O</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10872442"/>
              </p:ext>
            </p:extLst>
          </p:nvPr>
        </p:nvGraphicFramePr>
        <p:xfrm>
          <a:off x="838200" y="1171575"/>
          <a:ext cx="10515600" cy="5005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0749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988" y="0"/>
            <a:ext cx="10515600" cy="1325563"/>
          </a:xfrm>
        </p:spPr>
        <p:txBody>
          <a:bodyPr/>
          <a:lstStyle/>
          <a:p>
            <a:r>
              <a:rPr lang="en-IN" b="1" dirty="0" smtClean="0">
                <a:latin typeface="Times New Roman" panose="02020603050405020304" pitchFamily="18" charset="0"/>
                <a:cs typeface="Times New Roman" panose="02020603050405020304" pitchFamily="18" charset="0"/>
              </a:rPr>
              <a:t>Memory Mapped I/O</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37907344"/>
              </p:ext>
            </p:extLst>
          </p:nvPr>
        </p:nvGraphicFramePr>
        <p:xfrm>
          <a:off x="838200" y="1185863"/>
          <a:ext cx="10515600" cy="4991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8721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2"/>
          <p:cNvSpPr>
            <a:spLocks noGrp="1"/>
          </p:cNvSpPr>
          <p:nvPr>
            <p:ph type="title"/>
          </p:nvPr>
        </p:nvSpPr>
        <p:spPr>
          <a:xfrm>
            <a:off x="1981199" y="274638"/>
            <a:ext cx="8348663" cy="892980"/>
          </a:xfrm>
        </p:spPr>
        <p:txBody>
          <a:bodyPr/>
          <a:lstStyle/>
          <a:p>
            <a:pPr>
              <a:defRPr/>
            </a:pPr>
            <a:r>
              <a:rPr lang="en-US" b="1" dirty="0">
                <a:latin typeface="Times New Roman" panose="02020603050405020304" pitchFamily="18" charset="0"/>
                <a:ea typeface="ＭＳ Ｐゴシック" pitchFamily="34" charset="-128"/>
                <a:cs typeface="Times New Roman" panose="02020603050405020304" pitchFamily="18" charset="0"/>
              </a:rPr>
              <a:t>Memory-Mapped I/O </a:t>
            </a:r>
            <a:endParaRPr lang="en-US" b="1" dirty="0" smtClean="0">
              <a:latin typeface="Times New Roman" panose="02020603050405020304" pitchFamily="18" charset="0"/>
              <a:ea typeface="ＭＳ Ｐゴシック" pitchFamily="34" charset="-128"/>
              <a:cs typeface="Times New Roman" panose="02020603050405020304" pitchFamily="18" charset="0"/>
            </a:endParaRPr>
          </a:p>
        </p:txBody>
      </p:sp>
      <p:sp>
        <p:nvSpPr>
          <p:cNvPr id="37891" name="Content Placeholder 1"/>
          <p:cNvSpPr>
            <a:spLocks noGrp="1"/>
          </p:cNvSpPr>
          <p:nvPr>
            <p:ph idx="1"/>
          </p:nvPr>
        </p:nvSpPr>
        <p:spPr>
          <a:xfrm>
            <a:off x="1114425" y="4179889"/>
            <a:ext cx="10529887" cy="2078036"/>
          </a:xfrm>
        </p:spPr>
        <p:txBody>
          <a:bodyPr>
            <a:normAutofit/>
          </a:bodyPr>
          <a:lstStyle/>
          <a:p>
            <a:pPr eaLnBrk="1" hangingPunct="1">
              <a:buFont typeface="Arial" panose="020B0604020202020204" pitchFamily="34" charset="0"/>
              <a:buNone/>
            </a:pPr>
            <a:r>
              <a:rPr lang="en-US" altLang="en-US" sz="2400" dirty="0" smtClean="0">
                <a:latin typeface="Cambria" panose="02040503050406030204" pitchFamily="18" charset="0"/>
                <a:ea typeface="ＭＳ Ｐゴシック" panose="020B0600070205080204" pitchFamily="34" charset="-128"/>
              </a:rPr>
              <a:t>(a) Separate I/O ports and memory space. </a:t>
            </a:r>
          </a:p>
          <a:p>
            <a:pPr eaLnBrk="1" hangingPunct="1">
              <a:buFont typeface="Arial" panose="020B0604020202020204" pitchFamily="34" charset="0"/>
              <a:buNone/>
            </a:pPr>
            <a:r>
              <a:rPr lang="en-US" altLang="en-US" sz="2400" dirty="0" smtClean="0">
                <a:latin typeface="Cambria" panose="02040503050406030204" pitchFamily="18" charset="0"/>
                <a:ea typeface="ＭＳ Ｐゴシック" panose="020B0600070205080204" pitchFamily="34" charset="-128"/>
              </a:rPr>
              <a:t>(b) Memory-mapped I/O. </a:t>
            </a:r>
          </a:p>
          <a:p>
            <a:pPr eaLnBrk="1" hangingPunct="1">
              <a:buFont typeface="Arial" panose="020B0604020202020204" pitchFamily="34" charset="0"/>
              <a:buNone/>
            </a:pPr>
            <a:r>
              <a:rPr lang="en-US" altLang="en-US" sz="2400" dirty="0" smtClean="0">
                <a:latin typeface="Cambria" panose="02040503050406030204" pitchFamily="18" charset="0"/>
                <a:ea typeface="ＭＳ Ｐゴシック" panose="020B0600070205080204" pitchFamily="34" charset="-128"/>
              </a:rPr>
              <a:t>(c) Hybrid Approach, Memory mapped data buffers and separate ports</a:t>
            </a:r>
          </a:p>
        </p:txBody>
      </p:sp>
      <p:pic>
        <p:nvPicPr>
          <p:cNvPr id="378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1350" y="1371601"/>
            <a:ext cx="8286750"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65427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125" y="0"/>
            <a:ext cx="10515600" cy="1325563"/>
          </a:xfrm>
        </p:spPr>
        <p:txBody>
          <a:bodyPr/>
          <a:lstStyle/>
          <a:p>
            <a:r>
              <a:rPr lang="en-US" b="1" dirty="0">
                <a:latin typeface="Times New Roman" panose="02020603050405020304" pitchFamily="18" charset="0"/>
                <a:ea typeface="ＭＳ Ｐゴシック" pitchFamily="34" charset="-128"/>
                <a:cs typeface="Times New Roman" panose="02020603050405020304" pitchFamily="18" charset="0"/>
              </a:rPr>
              <a:t>Memory-Mapped I/O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36089695"/>
              </p:ext>
            </p:extLst>
          </p:nvPr>
        </p:nvGraphicFramePr>
        <p:xfrm>
          <a:off x="838200" y="1114425"/>
          <a:ext cx="10515600" cy="5062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40614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913"/>
            <a:ext cx="12101512" cy="1143000"/>
          </a:xfrm>
        </p:spPr>
        <p:txBody>
          <a:bodyPr>
            <a:noAutofit/>
          </a:bodyPr>
          <a:lstStyle/>
          <a:p>
            <a:pPr eaLnBrk="1" hangingPunct="1">
              <a:defRPr/>
            </a:pPr>
            <a:r>
              <a:rPr lang="en-US" sz="3600" b="1" dirty="0">
                <a:latin typeface="Cambria" panose="02040503050406030204" pitchFamily="18" charset="0"/>
                <a:ea typeface="ＭＳ Ｐゴシック" pitchFamily="34" charset="-128"/>
              </a:rPr>
              <a:t>How does CPU communicate with registers </a:t>
            </a:r>
            <a:r>
              <a:rPr lang="en-US" sz="3600" b="1" dirty="0" smtClean="0">
                <a:latin typeface="Cambria" panose="02040503050406030204" pitchFamily="18" charset="0"/>
                <a:ea typeface="ＭＳ Ｐゴシック" pitchFamily="34" charset="-128"/>
              </a:rPr>
              <a:t>and buffers</a:t>
            </a:r>
            <a:r>
              <a:rPr lang="en-US" sz="3600" b="1" dirty="0">
                <a:latin typeface="Cambria" panose="02040503050406030204" pitchFamily="18" charset="0"/>
                <a:ea typeface="ＭＳ Ｐゴシック" pitchFamily="34" charset="-128"/>
              </a:rPr>
              <a:t>? </a:t>
            </a:r>
            <a:r>
              <a:rPr lang="en-US" sz="4000" b="1" dirty="0">
                <a:solidFill>
                  <a:srgbClr val="FF0000"/>
                </a:solidFill>
                <a:latin typeface="Cambria" panose="02040503050406030204" pitchFamily="18" charset="0"/>
                <a:ea typeface="ＭＳ Ｐゴシック" pitchFamily="34" charset="-128"/>
              </a:rPr>
              <a:t/>
            </a:r>
            <a:br>
              <a:rPr lang="en-US" sz="4000" b="1" dirty="0">
                <a:solidFill>
                  <a:srgbClr val="FF0000"/>
                </a:solidFill>
                <a:latin typeface="Cambria" panose="02040503050406030204" pitchFamily="18" charset="0"/>
                <a:ea typeface="ＭＳ Ｐゴシック" pitchFamily="34" charset="-128"/>
              </a:rPr>
            </a:br>
            <a:endParaRPr lang="en-IN" sz="4000" b="1" dirty="0">
              <a:solidFill>
                <a:srgbClr val="FF0000"/>
              </a:solidFill>
              <a:latin typeface="Cambria" panose="020405030504060302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508718939"/>
              </p:ext>
            </p:extLst>
          </p:nvPr>
        </p:nvGraphicFramePr>
        <p:xfrm>
          <a:off x="1452561" y="1082674"/>
          <a:ext cx="9077325" cy="5046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38681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itle 2"/>
          <p:cNvSpPr>
            <a:spLocks noGrp="1"/>
          </p:cNvSpPr>
          <p:nvPr>
            <p:ph type="title"/>
          </p:nvPr>
        </p:nvSpPr>
        <p:spPr>
          <a:xfrm>
            <a:off x="366712" y="122237"/>
            <a:ext cx="10515600" cy="1325563"/>
          </a:xfrm>
        </p:spPr>
        <p:txBody>
          <a:bodyPr>
            <a:normAutofit/>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Memory mapped advantages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653933200"/>
              </p:ext>
            </p:extLst>
          </p:nvPr>
        </p:nvGraphicFramePr>
        <p:xfrm>
          <a:off x="2316163" y="1255714"/>
          <a:ext cx="8685212" cy="529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56996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2"/>
          <p:cNvSpPr>
            <a:spLocks noGrp="1"/>
          </p:cNvSpPr>
          <p:nvPr>
            <p:ph type="title"/>
          </p:nvPr>
        </p:nvSpPr>
        <p:spPr>
          <a:xfrm>
            <a:off x="1938996" y="0"/>
            <a:ext cx="8876641" cy="1143000"/>
          </a:xfrm>
        </p:spPr>
        <p:txBody>
          <a:bodyPr>
            <a:noAutofit/>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Memory mapped disadvantage</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112183078"/>
              </p:ext>
            </p:extLst>
          </p:nvPr>
        </p:nvGraphicFramePr>
        <p:xfrm>
          <a:off x="1546225" y="1143000"/>
          <a:ext cx="9412287" cy="5297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70799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itle 2"/>
          <p:cNvSpPr>
            <a:spLocks noGrp="1"/>
          </p:cNvSpPr>
          <p:nvPr>
            <p:ph type="title"/>
          </p:nvPr>
        </p:nvSpPr>
        <p:spPr/>
        <p:txBody>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Memory-Mapped I/O </a:t>
            </a:r>
          </a:p>
        </p:txBody>
      </p:sp>
      <p:sp>
        <p:nvSpPr>
          <p:cNvPr id="43011" name="Content Placeholder 1"/>
          <p:cNvSpPr>
            <a:spLocks noGrp="1"/>
          </p:cNvSpPr>
          <p:nvPr>
            <p:ph idx="1"/>
          </p:nvPr>
        </p:nvSpPr>
        <p:spPr/>
        <p:txBody>
          <a:bodyPr/>
          <a:lstStyle/>
          <a:p>
            <a:pPr eaLnBrk="1" hangingPunct="1"/>
            <a:r>
              <a:rPr lang="en-US" altLang="en-US" dirty="0" smtClean="0">
                <a:ea typeface="ＭＳ Ｐゴシック" panose="020B0600070205080204" pitchFamily="34" charset="-128"/>
              </a:rPr>
              <a:t> (a) A single-bus architecture.  (b) solution: A dual-bus memory architecture.</a:t>
            </a:r>
          </a:p>
        </p:txBody>
      </p:sp>
      <p:pic>
        <p:nvPicPr>
          <p:cNvPr id="430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2588" y="2282031"/>
            <a:ext cx="842962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66968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462588"/>
          </a:xfrm>
        </p:spPr>
        <p:txBody>
          <a:bodyPr>
            <a:normAutofit/>
          </a:bodyPr>
          <a:lstStyle/>
          <a:p>
            <a:r>
              <a:rPr lang="en-US" dirty="0" smtClean="0"/>
              <a:t>I/O Management </a:t>
            </a:r>
          </a:p>
          <a:p>
            <a:r>
              <a:rPr lang="en-US" dirty="0" smtClean="0"/>
              <a:t>Principles of I/O Hardware:   </a:t>
            </a:r>
          </a:p>
          <a:p>
            <a:pPr lvl="1"/>
            <a:r>
              <a:rPr lang="en-US" dirty="0" smtClean="0"/>
              <a:t>I/O devices</a:t>
            </a:r>
          </a:p>
          <a:p>
            <a:pPr lvl="1"/>
            <a:r>
              <a:rPr lang="en-US" dirty="0" smtClean="0"/>
              <a:t> Device controllers </a:t>
            </a:r>
          </a:p>
          <a:p>
            <a:pPr lvl="1"/>
            <a:r>
              <a:rPr lang="en-US" b="1" i="1" dirty="0" smtClean="0"/>
              <a:t>Direct memory access  </a:t>
            </a:r>
          </a:p>
          <a:p>
            <a:r>
              <a:rPr lang="en-US" dirty="0" smtClean="0"/>
              <a:t>Principles of I/O Software:  </a:t>
            </a:r>
          </a:p>
          <a:p>
            <a:pPr lvl="1"/>
            <a:r>
              <a:rPr lang="en-US" dirty="0" smtClean="0"/>
              <a:t>Goals of Interrupt handlers  </a:t>
            </a:r>
          </a:p>
          <a:p>
            <a:pPr lvl="1"/>
            <a:r>
              <a:rPr lang="en-US" dirty="0" smtClean="0"/>
              <a:t>Device drivers  </a:t>
            </a:r>
          </a:p>
          <a:p>
            <a:pPr lvl="1"/>
            <a:r>
              <a:rPr lang="en-US" dirty="0" smtClean="0"/>
              <a:t>Device independent I/O software </a:t>
            </a:r>
          </a:p>
          <a:p>
            <a:r>
              <a:rPr lang="en-US" dirty="0" smtClean="0"/>
              <a:t>Secondary-Storage Structure: </a:t>
            </a:r>
          </a:p>
          <a:p>
            <a:pPr lvl="1"/>
            <a:r>
              <a:rPr lang="en-US" dirty="0" smtClean="0"/>
              <a:t>Disk structure </a:t>
            </a:r>
          </a:p>
          <a:p>
            <a:pPr lvl="1"/>
            <a:r>
              <a:rPr lang="en-US" dirty="0" smtClean="0"/>
              <a:t>Disk scheduling  algorithm </a:t>
            </a:r>
            <a:endParaRPr lang="en-US" dirty="0"/>
          </a:p>
        </p:txBody>
      </p:sp>
    </p:spTree>
    <p:extLst>
      <p:ext uri="{BB962C8B-B14F-4D97-AF65-F5344CB8AC3E}">
        <p14:creationId xmlns:p14="http://schemas.microsoft.com/office/powerpoint/2010/main" val="38393241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itle 2"/>
          <p:cNvSpPr>
            <a:spLocks noGrp="1"/>
          </p:cNvSpPr>
          <p:nvPr>
            <p:ph type="title"/>
          </p:nvPr>
        </p:nvSpPr>
        <p:spPr>
          <a:xfrm>
            <a:off x="1309686" y="121971"/>
            <a:ext cx="8691563" cy="724168"/>
          </a:xfrm>
        </p:spPr>
        <p:txBody>
          <a:bodyPr>
            <a:noAutofit/>
          </a:bodyPr>
          <a:lstStyle/>
          <a:p>
            <a:pPr eaLnBrk="1" hangingPunct="1">
              <a:defRPr/>
            </a:pPr>
            <a:r>
              <a:rPr lang="en-US" b="1" dirty="0" smtClean="0">
                <a:latin typeface="Cambria" panose="02040503050406030204" pitchFamily="18" charset="0"/>
                <a:ea typeface="ＭＳ Ｐゴシック" pitchFamily="34" charset="-128"/>
              </a:rPr>
              <a:t>Direct Memory Access (DMA)</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761775486"/>
              </p:ext>
            </p:extLst>
          </p:nvPr>
        </p:nvGraphicFramePr>
        <p:xfrm>
          <a:off x="1558924" y="846139"/>
          <a:ext cx="8656637" cy="529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40134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2"/>
          <p:cNvSpPr>
            <a:spLocks noGrp="1"/>
          </p:cNvSpPr>
          <p:nvPr>
            <p:ph type="title"/>
          </p:nvPr>
        </p:nvSpPr>
        <p:spPr>
          <a:xfrm>
            <a:off x="357188" y="254000"/>
            <a:ext cx="11630024" cy="774700"/>
          </a:xfrm>
        </p:spPr>
        <p:txBody>
          <a:bodyPr>
            <a:normAutofit fontScale="90000"/>
          </a:bodyPr>
          <a:lstStyle/>
          <a:p>
            <a:pPr algn="l" eaLnBrk="1" hangingPunct="1">
              <a:defRPr/>
            </a:pPr>
            <a:r>
              <a:rPr lang="en-US" dirty="0" smtClean="0">
                <a:solidFill>
                  <a:srgbClr val="FF0000"/>
                </a:solidFill>
                <a:latin typeface="+mn-lt"/>
                <a:ea typeface="ＭＳ Ｐゴシック" pitchFamily="34" charset="-128"/>
              </a:rPr>
              <a:t/>
            </a:r>
            <a:br>
              <a:rPr lang="en-US" dirty="0" smtClean="0">
                <a:solidFill>
                  <a:srgbClr val="FF0000"/>
                </a:solidFill>
                <a:latin typeface="+mn-lt"/>
                <a:ea typeface="ＭＳ Ｐゴシック" pitchFamily="34" charset="-128"/>
              </a:rPr>
            </a:br>
            <a:r>
              <a:rPr lang="en-US" sz="4900" b="1" dirty="0" smtClean="0">
                <a:latin typeface="Times New Roman" panose="02020603050405020304" pitchFamily="18" charset="0"/>
                <a:ea typeface="ＭＳ Ｐゴシック" pitchFamily="34" charset="-128"/>
                <a:cs typeface="Times New Roman" panose="02020603050405020304" pitchFamily="18" charset="0"/>
              </a:rPr>
              <a:t>How Disk read occurs when DMA is not used??</a:t>
            </a:r>
            <a:br>
              <a:rPr lang="en-US" sz="4900" b="1" dirty="0" smtClean="0">
                <a:latin typeface="Times New Roman" panose="02020603050405020304" pitchFamily="18" charset="0"/>
                <a:ea typeface="ＭＳ Ｐゴシック" pitchFamily="34" charset="-128"/>
                <a:cs typeface="Times New Roman" panose="02020603050405020304" pitchFamily="18" charset="0"/>
              </a:rPr>
            </a:br>
            <a:endParaRPr lang="en-US" sz="4900" b="1" dirty="0" smtClean="0">
              <a:latin typeface="Times New Roman" panose="02020603050405020304" pitchFamily="18" charset="0"/>
              <a:ea typeface="ＭＳ Ｐゴシック" pitchFamily="34" charset="-128"/>
              <a:cs typeface="Times New Roman" panose="02020603050405020304" pitchFamily="18" charset="0"/>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290111784"/>
              </p:ext>
            </p:extLst>
          </p:nvPr>
        </p:nvGraphicFramePr>
        <p:xfrm>
          <a:off x="1227931" y="1028700"/>
          <a:ext cx="9888537" cy="529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64628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itle 2"/>
          <p:cNvSpPr>
            <a:spLocks noGrp="1"/>
          </p:cNvSpPr>
          <p:nvPr>
            <p:ph type="title"/>
          </p:nvPr>
        </p:nvSpPr>
        <p:spPr/>
        <p:txBody>
          <a:bodyPr/>
          <a:lstStyle/>
          <a:p>
            <a:pPr eaLnBrk="1" hangingPunct="1">
              <a:defRPr/>
            </a:pPr>
            <a:r>
              <a:rPr lang="en-US" b="1" dirty="0" smtClean="0">
                <a:latin typeface="Cambria" panose="02040503050406030204" pitchFamily="18" charset="0"/>
                <a:ea typeface="ＭＳ Ｐゴシック" pitchFamily="34" charset="-128"/>
              </a:rPr>
              <a:t>How does DMA work? </a:t>
            </a:r>
          </a:p>
        </p:txBody>
      </p:sp>
      <p:sp>
        <p:nvSpPr>
          <p:cNvPr id="48131" name="Content Placeholder 1"/>
          <p:cNvSpPr>
            <a:spLocks noGrp="1"/>
          </p:cNvSpPr>
          <p:nvPr>
            <p:ph idx="1"/>
          </p:nvPr>
        </p:nvSpPr>
        <p:spPr>
          <a:xfrm>
            <a:off x="838200" y="1469231"/>
            <a:ext cx="10515600" cy="4351338"/>
          </a:xfrm>
        </p:spPr>
        <p:txBody>
          <a:bodyPr/>
          <a:lstStyle/>
          <a:p>
            <a:pPr eaLnBrk="1" hangingPunct="1"/>
            <a:r>
              <a:rPr lang="en-US" altLang="en-US" dirty="0" smtClean="0">
                <a:latin typeface="Cambria" panose="02040503050406030204" pitchFamily="18" charset="0"/>
                <a:ea typeface="ＭＳ Ｐゴシック" panose="020B0600070205080204" pitchFamily="34" charset="-128"/>
              </a:rPr>
              <a:t>Operation of a DMA transfer.</a:t>
            </a:r>
          </a:p>
        </p:txBody>
      </p:sp>
      <p:pic>
        <p:nvPicPr>
          <p:cNvPr id="481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038" y="2067715"/>
            <a:ext cx="828675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8193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0515600" cy="1325563"/>
          </a:xfrm>
        </p:spPr>
        <p:txBody>
          <a:bodyPr/>
          <a:lstStyle/>
          <a:p>
            <a:pPr>
              <a:defRPr/>
            </a:pPr>
            <a:r>
              <a:rPr lang="en-US" b="1" dirty="0">
                <a:latin typeface="Cambria" panose="02040503050406030204" pitchFamily="18" charset="0"/>
                <a:ea typeface="ＭＳ Ｐゴシック" pitchFamily="34" charset="-128"/>
              </a:rPr>
              <a:t>Direct Memory Access (DMA)</a:t>
            </a:r>
            <a:endParaRPr lang="en-IN"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307308763"/>
              </p:ext>
            </p:extLst>
          </p:nvPr>
        </p:nvGraphicFramePr>
        <p:xfrm>
          <a:off x="695324" y="1082675"/>
          <a:ext cx="10920413" cy="5132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98182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2"/>
          <p:cNvSpPr>
            <a:spLocks noGrp="1"/>
          </p:cNvSpPr>
          <p:nvPr>
            <p:ph type="title"/>
          </p:nvPr>
        </p:nvSpPr>
        <p:spPr>
          <a:xfrm>
            <a:off x="857250" y="274639"/>
            <a:ext cx="7829550" cy="850777"/>
          </a:xfrm>
        </p:spPr>
        <p:txBody>
          <a:bodyPr/>
          <a:lstStyle/>
          <a:p>
            <a:pPr eaLnBrk="1" hangingPunct="1">
              <a:defRPr/>
            </a:pPr>
            <a:r>
              <a:rPr lang="en-US" b="1" dirty="0" smtClean="0">
                <a:latin typeface="Cambria" panose="02040503050406030204" pitchFamily="18" charset="0"/>
                <a:ea typeface="ＭＳ Ｐゴシック" pitchFamily="34" charset="-128"/>
              </a:rPr>
              <a:t>DMA controller modes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830596421"/>
              </p:ext>
            </p:extLst>
          </p:nvPr>
        </p:nvGraphicFramePr>
        <p:xfrm>
          <a:off x="857250" y="982541"/>
          <a:ext cx="9942513" cy="529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73897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itle 2"/>
          <p:cNvSpPr>
            <a:spLocks noGrp="1"/>
          </p:cNvSpPr>
          <p:nvPr>
            <p:ph type="title"/>
          </p:nvPr>
        </p:nvSpPr>
        <p:spPr/>
        <p:txBody>
          <a:bodyPr/>
          <a:lstStyle/>
          <a:p>
            <a:pPr eaLnBrk="1" hangingPunct="1">
              <a:defRPr/>
            </a:pPr>
            <a:r>
              <a:rPr lang="en-US" b="1" dirty="0" smtClean="0">
                <a:latin typeface="Cambria" panose="02040503050406030204" pitchFamily="18" charset="0"/>
                <a:ea typeface="ＭＳ Ｐゴシック" pitchFamily="34" charset="-128"/>
              </a:rPr>
              <a:t>Questions </a:t>
            </a:r>
          </a:p>
        </p:txBody>
      </p:sp>
      <p:sp>
        <p:nvSpPr>
          <p:cNvPr id="47107" name="Content Placeholder 1"/>
          <p:cNvSpPr>
            <a:spLocks noGrp="1"/>
          </p:cNvSpPr>
          <p:nvPr>
            <p:ph idx="1"/>
          </p:nvPr>
        </p:nvSpPr>
        <p:spPr>
          <a:xfrm>
            <a:off x="1577181" y="1560513"/>
            <a:ext cx="9037637" cy="5297487"/>
          </a:xfrm>
        </p:spPr>
        <p:txBody>
          <a:bodyPr/>
          <a:lstStyle/>
          <a:p>
            <a:pPr eaLnBrk="1" hangingPunct="1">
              <a:buFont typeface="Courier New" panose="02070309020205020404" pitchFamily="49" charset="0"/>
              <a:buChar char="o"/>
            </a:pPr>
            <a:r>
              <a:rPr lang="en-US" altLang="en-US" dirty="0" smtClean="0">
                <a:latin typeface="Cambria" panose="02040503050406030204" pitchFamily="18" charset="0"/>
                <a:ea typeface="ＭＳ Ｐゴシック" panose="020B0600070205080204" pitchFamily="34" charset="-128"/>
              </a:rPr>
              <a:t>Why buffer data in controllers? </a:t>
            </a:r>
          </a:p>
          <a:p>
            <a:pPr lvl="1" eaLnBrk="1" hangingPunct="1">
              <a:buFont typeface="Courier New" panose="02070309020205020404" pitchFamily="49" charset="0"/>
              <a:buChar char="o"/>
            </a:pPr>
            <a:r>
              <a:rPr lang="en-US" altLang="en-US" dirty="0" smtClean="0">
                <a:latin typeface="Cambria" panose="02040503050406030204" pitchFamily="18" charset="0"/>
                <a:ea typeface="ＭＳ Ｐゴシック" panose="020B0600070205080204" pitchFamily="34" charset="-128"/>
              </a:rPr>
              <a:t>Can do check-sum</a:t>
            </a:r>
          </a:p>
          <a:p>
            <a:pPr lvl="1" eaLnBrk="1" hangingPunct="1">
              <a:buFont typeface="Courier New" panose="02070309020205020404" pitchFamily="49" charset="0"/>
              <a:buChar char="o"/>
            </a:pPr>
            <a:r>
              <a:rPr lang="en-US" altLang="en-US" dirty="0" smtClean="0">
                <a:latin typeface="Cambria" panose="02040503050406030204" pitchFamily="18" charset="0"/>
                <a:ea typeface="ＭＳ Ｐゴシック" panose="020B0600070205080204" pitchFamily="34" charset="-128"/>
              </a:rPr>
              <a:t>Bus may be busy so need to store data some place</a:t>
            </a:r>
          </a:p>
          <a:p>
            <a:pPr eaLnBrk="1" hangingPunct="1">
              <a:buFont typeface="Courier New" panose="02070309020205020404" pitchFamily="49" charset="0"/>
              <a:buChar char="o"/>
            </a:pPr>
            <a:r>
              <a:rPr lang="en-US" altLang="en-US" dirty="0" smtClean="0">
                <a:latin typeface="Cambria" panose="02040503050406030204" pitchFamily="18" charset="0"/>
                <a:ea typeface="ＭＳ Ｐゴシック" panose="020B0600070205080204" pitchFamily="34" charset="-128"/>
              </a:rPr>
              <a:t>Is DMA really worth it? </a:t>
            </a:r>
          </a:p>
          <a:p>
            <a:pPr lvl="1" eaLnBrk="1" hangingPunct="1">
              <a:buFont typeface="Courier New" panose="02070309020205020404" pitchFamily="49" charset="0"/>
              <a:buChar char="o"/>
            </a:pPr>
            <a:r>
              <a:rPr lang="en-US" altLang="en-US" dirty="0" smtClean="0">
                <a:latin typeface="Cambria" panose="02040503050406030204" pitchFamily="18" charset="0"/>
                <a:ea typeface="ＭＳ Ｐゴシック" panose="020B0600070205080204" pitchFamily="34" charset="-128"/>
              </a:rPr>
              <a:t>Not if CPU is much faster then DMA controller and can do the job faster </a:t>
            </a:r>
          </a:p>
          <a:p>
            <a:pPr lvl="1" eaLnBrk="1" hangingPunct="1">
              <a:buFont typeface="Courier New" panose="02070309020205020404" pitchFamily="49" charset="0"/>
              <a:buChar char="o"/>
            </a:pPr>
            <a:r>
              <a:rPr lang="en-US" altLang="en-US" dirty="0" smtClean="0">
                <a:latin typeface="Cambria" panose="02040503050406030204" pitchFamily="18" charset="0"/>
                <a:ea typeface="ＭＳ Ｐゴシック" panose="020B0600070205080204" pitchFamily="34" charset="-128"/>
              </a:rPr>
              <a:t>Or don’t have too much data to transfer </a:t>
            </a:r>
          </a:p>
        </p:txBody>
      </p:sp>
    </p:spTree>
    <p:extLst>
      <p:ext uri="{BB962C8B-B14F-4D97-AF65-F5344CB8AC3E}">
        <p14:creationId xmlns:p14="http://schemas.microsoft.com/office/powerpoint/2010/main" val="130837064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462588"/>
          </a:xfrm>
        </p:spPr>
        <p:txBody>
          <a:bodyPr>
            <a:normAutofit/>
          </a:bodyPr>
          <a:lstStyle/>
          <a:p>
            <a:r>
              <a:rPr lang="en-US" dirty="0" smtClean="0"/>
              <a:t>I/O Management </a:t>
            </a:r>
          </a:p>
          <a:p>
            <a:r>
              <a:rPr lang="en-US" dirty="0" smtClean="0"/>
              <a:t>Principles of I/O Hardware:   </a:t>
            </a:r>
          </a:p>
          <a:p>
            <a:pPr lvl="1"/>
            <a:r>
              <a:rPr lang="en-US" dirty="0" smtClean="0"/>
              <a:t>I/O devices</a:t>
            </a:r>
          </a:p>
          <a:p>
            <a:pPr lvl="1"/>
            <a:r>
              <a:rPr lang="en-US" dirty="0" smtClean="0"/>
              <a:t> Device controllers </a:t>
            </a:r>
          </a:p>
          <a:p>
            <a:pPr lvl="1"/>
            <a:r>
              <a:rPr lang="en-US" dirty="0" smtClean="0"/>
              <a:t>Direct memory access  </a:t>
            </a:r>
          </a:p>
          <a:p>
            <a:r>
              <a:rPr lang="en-US" dirty="0" smtClean="0"/>
              <a:t>Principles of I/O Software:  </a:t>
            </a:r>
          </a:p>
          <a:p>
            <a:pPr lvl="1"/>
            <a:r>
              <a:rPr lang="en-US" dirty="0" smtClean="0"/>
              <a:t>Goals of Interrupt handlers  </a:t>
            </a:r>
          </a:p>
          <a:p>
            <a:pPr lvl="1"/>
            <a:r>
              <a:rPr lang="en-US" dirty="0" smtClean="0"/>
              <a:t>Device drivers  </a:t>
            </a:r>
          </a:p>
          <a:p>
            <a:pPr lvl="1"/>
            <a:r>
              <a:rPr lang="en-US" dirty="0" smtClean="0"/>
              <a:t>Device independent I/O software </a:t>
            </a:r>
          </a:p>
          <a:p>
            <a:r>
              <a:rPr lang="en-US" dirty="0" smtClean="0"/>
              <a:t>Secondary-Storage Structure: </a:t>
            </a:r>
          </a:p>
          <a:p>
            <a:pPr lvl="1"/>
            <a:r>
              <a:rPr lang="en-US" dirty="0" smtClean="0"/>
              <a:t>Disk structure </a:t>
            </a:r>
          </a:p>
          <a:p>
            <a:pPr lvl="1"/>
            <a:r>
              <a:rPr lang="en-US" dirty="0" smtClean="0"/>
              <a:t>Disk scheduling  algorithm </a:t>
            </a:r>
            <a:endParaRPr lang="en-US" dirty="0"/>
          </a:p>
        </p:txBody>
      </p:sp>
    </p:spTree>
    <p:extLst>
      <p:ext uri="{BB962C8B-B14F-4D97-AF65-F5344CB8AC3E}">
        <p14:creationId xmlns:p14="http://schemas.microsoft.com/office/powerpoint/2010/main" val="14646502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itle 4"/>
          <p:cNvSpPr>
            <a:spLocks noGrp="1"/>
          </p:cNvSpPr>
          <p:nvPr>
            <p:ph type="title"/>
          </p:nvPr>
        </p:nvSpPr>
        <p:spPr>
          <a:xfrm>
            <a:off x="1998664" y="0"/>
            <a:ext cx="8093075" cy="1168400"/>
          </a:xfrm>
        </p:spPr>
        <p:txBody>
          <a:bodyPr/>
          <a:lstStyle/>
          <a:p>
            <a:pPr algn="l" eaLnBrk="1" hangingPunct="1">
              <a:defRPr/>
            </a:pPr>
            <a:r>
              <a:rPr lang="en-US" dirty="0" smtClean="0">
                <a:solidFill>
                  <a:srgbClr val="FF0000"/>
                </a:solidFill>
                <a:latin typeface="+mn-lt"/>
                <a:ea typeface="ＭＳ Ｐゴシック" pitchFamily="34" charset="-128"/>
              </a:rPr>
              <a:t>             Device Drivers</a:t>
            </a:r>
          </a:p>
        </p:txBody>
      </p:sp>
      <p:pic>
        <p:nvPicPr>
          <p:cNvPr id="665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564" y="904875"/>
            <a:ext cx="7805737"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79196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2"/>
          <p:cNvSpPr>
            <a:spLocks noGrp="1"/>
          </p:cNvSpPr>
          <p:nvPr>
            <p:ph type="title"/>
          </p:nvPr>
        </p:nvSpPr>
        <p:spPr>
          <a:xfrm>
            <a:off x="1981200" y="274638"/>
            <a:ext cx="6705600" cy="898842"/>
          </a:xfrm>
        </p:spPr>
        <p:txBody>
          <a:bodyPr/>
          <a:lstStyle/>
          <a:p>
            <a:pPr algn="l" eaLnBrk="1" hangingPunct="1">
              <a:defRPr/>
            </a:pPr>
            <a:r>
              <a:rPr lang="en-US" dirty="0" smtClean="0">
                <a:solidFill>
                  <a:srgbClr val="FF0000"/>
                </a:solidFill>
                <a:latin typeface="+mn-lt"/>
                <a:ea typeface="ＭＳ Ｐゴシック" pitchFamily="34" charset="-128"/>
              </a:rPr>
              <a:t>Device Drivers-Act 1</a:t>
            </a:r>
          </a:p>
        </p:txBody>
      </p:sp>
      <p:sp>
        <p:nvSpPr>
          <p:cNvPr id="67587" name="Content Placeholder 10"/>
          <p:cNvSpPr>
            <a:spLocks noGrp="1"/>
          </p:cNvSpPr>
          <p:nvPr>
            <p:ph idx="1"/>
          </p:nvPr>
        </p:nvSpPr>
        <p:spPr>
          <a:xfrm>
            <a:off x="2058988" y="1271588"/>
            <a:ext cx="8204200" cy="4806950"/>
          </a:xfrm>
        </p:spPr>
        <p:txBody>
          <a:bodyPr/>
          <a:lstStyle/>
          <a:p>
            <a:pPr eaLnBrk="1" hangingPunct="1">
              <a:buFont typeface="Courier New" panose="02070309020205020404" pitchFamily="49" charset="0"/>
              <a:buChar char="o"/>
            </a:pPr>
            <a:r>
              <a:rPr lang="en-US" altLang="en-US" smtClean="0">
                <a:ea typeface="ＭＳ Ｐゴシック" panose="020B0600070205080204" pitchFamily="34" charset="-128"/>
              </a:rPr>
              <a:t>Driver contains code specific to the device</a:t>
            </a:r>
          </a:p>
          <a:p>
            <a:pPr eaLnBrk="1" hangingPunct="1">
              <a:buFont typeface="Courier New" panose="02070309020205020404" pitchFamily="49" charset="0"/>
              <a:buChar char="o"/>
            </a:pPr>
            <a:r>
              <a:rPr lang="en-US" altLang="en-US" smtClean="0">
                <a:ea typeface="ＭＳ Ｐゴシック" panose="020B0600070205080204" pitchFamily="34" charset="-128"/>
              </a:rPr>
              <a:t>Supplied by manufacturer</a:t>
            </a:r>
          </a:p>
          <a:p>
            <a:pPr eaLnBrk="1" hangingPunct="1">
              <a:buFont typeface="Courier New" panose="02070309020205020404" pitchFamily="49" charset="0"/>
              <a:buChar char="o"/>
            </a:pPr>
            <a:r>
              <a:rPr lang="en-US" altLang="en-US" smtClean="0">
                <a:ea typeface="ＭＳ Ｐゴシック" panose="020B0600070205080204" pitchFamily="34" charset="-128"/>
              </a:rPr>
              <a:t>Installed in the kernel </a:t>
            </a:r>
          </a:p>
          <a:p>
            <a:pPr eaLnBrk="1" hangingPunct="1">
              <a:buFont typeface="Courier New" panose="02070309020205020404" pitchFamily="49" charset="0"/>
              <a:buChar char="o"/>
            </a:pPr>
            <a:r>
              <a:rPr lang="en-US" altLang="en-US" smtClean="0">
                <a:ea typeface="ＭＳ Ｐゴシック" panose="020B0600070205080204" pitchFamily="34" charset="-128"/>
              </a:rPr>
              <a:t>User space might be better place</a:t>
            </a:r>
          </a:p>
          <a:p>
            <a:pPr eaLnBrk="1" hangingPunct="1">
              <a:buFont typeface="Courier New" panose="02070309020205020404" pitchFamily="49" charset="0"/>
              <a:buChar char="o"/>
            </a:pPr>
            <a:r>
              <a:rPr lang="en-US" altLang="en-US" smtClean="0">
                <a:ea typeface="ＭＳ Ｐゴシック" panose="020B0600070205080204" pitchFamily="34" charset="-128"/>
              </a:rPr>
              <a:t>Why? </a:t>
            </a:r>
          </a:p>
          <a:p>
            <a:pPr eaLnBrk="1" hangingPunct="1">
              <a:buFont typeface="Courier New" panose="02070309020205020404" pitchFamily="49" charset="0"/>
              <a:buChar char="o"/>
            </a:pPr>
            <a:r>
              <a:rPr lang="en-US" altLang="en-US" smtClean="0">
                <a:ea typeface="ＭＳ Ｐゴシック" panose="020B0600070205080204" pitchFamily="34" charset="-128"/>
              </a:rPr>
              <a:t>Bad driver can mess up kernel</a:t>
            </a:r>
          </a:p>
          <a:p>
            <a:pPr eaLnBrk="1" hangingPunct="1">
              <a:buFont typeface="Courier New" panose="02070309020205020404" pitchFamily="49" charset="0"/>
              <a:buChar char="o"/>
            </a:pPr>
            <a:r>
              <a:rPr lang="en-US" altLang="en-US" smtClean="0">
                <a:ea typeface="ＭＳ Ｐゴシック" panose="020B0600070205080204" pitchFamily="34" charset="-128"/>
              </a:rPr>
              <a:t>Need interface to OS </a:t>
            </a:r>
          </a:p>
          <a:p>
            <a:pPr lvl="1" eaLnBrk="1" hangingPunct="1">
              <a:buFont typeface="Courier New" panose="02070309020205020404" pitchFamily="49" charset="0"/>
              <a:buChar char="o"/>
            </a:pPr>
            <a:r>
              <a:rPr lang="en-US" altLang="en-US" sz="2000">
                <a:ea typeface="ＭＳ Ｐゴシック" panose="020B0600070205080204" pitchFamily="34" charset="-128"/>
              </a:rPr>
              <a:t>block and character interfaces</a:t>
            </a:r>
          </a:p>
          <a:p>
            <a:pPr lvl="1" eaLnBrk="1" hangingPunct="1">
              <a:buFont typeface="Courier New" panose="02070309020205020404" pitchFamily="49" charset="0"/>
              <a:buChar char="o"/>
            </a:pPr>
            <a:r>
              <a:rPr lang="en-US" altLang="en-US" sz="2000">
                <a:ea typeface="ＭＳ Ｐゴシック" panose="020B0600070205080204" pitchFamily="34" charset="-128"/>
              </a:rPr>
              <a:t>procedures which OS can call to invoke driver (e.g. read a block)</a:t>
            </a:r>
          </a:p>
        </p:txBody>
      </p:sp>
    </p:spTree>
    <p:extLst>
      <p:ext uri="{BB962C8B-B14F-4D97-AF65-F5344CB8AC3E}">
        <p14:creationId xmlns:p14="http://schemas.microsoft.com/office/powerpoint/2010/main" val="18012133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2"/>
          <p:cNvSpPr>
            <a:spLocks noGrp="1"/>
          </p:cNvSpPr>
          <p:nvPr>
            <p:ph type="title"/>
          </p:nvPr>
        </p:nvSpPr>
        <p:spPr>
          <a:xfrm>
            <a:off x="1767840" y="183198"/>
            <a:ext cx="6705600" cy="578802"/>
          </a:xfrm>
        </p:spPr>
        <p:txBody>
          <a:bodyPr>
            <a:normAutofit fontScale="90000"/>
          </a:bodyPr>
          <a:lstStyle/>
          <a:p>
            <a:pPr algn="l" eaLnBrk="1" hangingPunct="1">
              <a:defRPr/>
            </a:pPr>
            <a:r>
              <a:rPr lang="en-US" dirty="0" smtClean="0">
                <a:solidFill>
                  <a:srgbClr val="FF0000"/>
                </a:solidFill>
                <a:latin typeface="+mn-lt"/>
                <a:ea typeface="ＭＳ Ｐゴシック" pitchFamily="34" charset="-128"/>
              </a:rPr>
              <a:t>Device drivers Act 2</a:t>
            </a:r>
          </a:p>
        </p:txBody>
      </p:sp>
      <p:sp>
        <p:nvSpPr>
          <p:cNvPr id="68611" name="Content Placeholder 10"/>
          <p:cNvSpPr>
            <a:spLocks noGrp="1"/>
          </p:cNvSpPr>
          <p:nvPr>
            <p:ph idx="1"/>
          </p:nvPr>
        </p:nvSpPr>
        <p:spPr>
          <a:xfrm>
            <a:off x="2043113" y="830264"/>
            <a:ext cx="8204200" cy="5248275"/>
          </a:xfrm>
        </p:spPr>
        <p:txBody>
          <a:bodyPr/>
          <a:lstStyle/>
          <a:p>
            <a:pPr eaLnBrk="1" hangingPunct="1">
              <a:buFont typeface="Courier New" panose="02070309020205020404" pitchFamily="49" charset="0"/>
              <a:buChar char="o"/>
            </a:pPr>
            <a:r>
              <a:rPr lang="en-US" altLang="en-US" sz="2400">
                <a:ea typeface="ＭＳ Ｐゴシック" panose="020B0600070205080204" pitchFamily="34" charset="-128"/>
              </a:rPr>
              <a:t>Checks input parameters for validity</a:t>
            </a:r>
          </a:p>
          <a:p>
            <a:pPr eaLnBrk="1" hangingPunct="1">
              <a:buFont typeface="Courier New" panose="02070309020205020404" pitchFamily="49" charset="0"/>
              <a:buChar char="o"/>
            </a:pPr>
            <a:r>
              <a:rPr lang="en-US" altLang="en-US" sz="2400">
                <a:ea typeface="ＭＳ Ｐゴシック" panose="020B0600070205080204" pitchFamily="34" charset="-128"/>
              </a:rPr>
              <a:t>Abstract to concrete translation (block number to cylinder, head, track, sector)</a:t>
            </a:r>
          </a:p>
          <a:p>
            <a:pPr eaLnBrk="1" hangingPunct="1">
              <a:buFont typeface="Courier New" panose="02070309020205020404" pitchFamily="49" charset="0"/>
              <a:buChar char="o"/>
            </a:pPr>
            <a:r>
              <a:rPr lang="en-US" altLang="en-US" sz="2400">
                <a:ea typeface="ＭＳ Ｐゴシック" panose="020B0600070205080204" pitchFamily="34" charset="-128"/>
              </a:rPr>
              <a:t>Check device status. Might have to start it.</a:t>
            </a:r>
          </a:p>
          <a:p>
            <a:pPr eaLnBrk="1" hangingPunct="1">
              <a:buFont typeface="Courier New" panose="02070309020205020404" pitchFamily="49" charset="0"/>
              <a:buChar char="o"/>
            </a:pPr>
            <a:r>
              <a:rPr lang="en-US" altLang="en-US" sz="2400">
                <a:ea typeface="ＭＳ Ｐゴシック" panose="020B0600070205080204" pitchFamily="34" charset="-128"/>
              </a:rPr>
              <a:t>Puts commands in device controller’s registers</a:t>
            </a:r>
          </a:p>
          <a:p>
            <a:pPr eaLnBrk="1" hangingPunct="1">
              <a:buFont typeface="Courier New" panose="02070309020205020404" pitchFamily="49" charset="0"/>
              <a:buChar char="o"/>
            </a:pPr>
            <a:r>
              <a:rPr lang="en-US" altLang="en-US" sz="2400">
                <a:ea typeface="ＭＳ Ｐゴシック" panose="020B0600070205080204" pitchFamily="34" charset="-128"/>
              </a:rPr>
              <a:t>Driver blocks itself until interrupt arrives</a:t>
            </a:r>
          </a:p>
          <a:p>
            <a:pPr eaLnBrk="1" hangingPunct="1">
              <a:buFont typeface="Courier New" panose="02070309020205020404" pitchFamily="49" charset="0"/>
              <a:buChar char="o"/>
            </a:pPr>
            <a:r>
              <a:rPr lang="en-US" altLang="en-US" sz="2400">
                <a:ea typeface="ＭＳ Ｐゴシック" panose="020B0600070205080204" pitchFamily="34" charset="-128"/>
              </a:rPr>
              <a:t>Might return data to caller</a:t>
            </a:r>
          </a:p>
          <a:p>
            <a:pPr eaLnBrk="1" hangingPunct="1">
              <a:buFont typeface="Courier New" panose="02070309020205020404" pitchFamily="49" charset="0"/>
              <a:buChar char="o"/>
            </a:pPr>
            <a:r>
              <a:rPr lang="en-US" altLang="en-US" sz="2400">
                <a:ea typeface="ＭＳ Ｐゴシック" panose="020B0600070205080204" pitchFamily="34" charset="-128"/>
              </a:rPr>
              <a:t>Does return status information</a:t>
            </a:r>
          </a:p>
          <a:p>
            <a:pPr eaLnBrk="1" hangingPunct="1">
              <a:buFont typeface="Courier New" panose="02070309020205020404" pitchFamily="49" charset="0"/>
              <a:buChar char="o"/>
            </a:pPr>
            <a:r>
              <a:rPr lang="en-US" altLang="en-US" sz="2400">
                <a:solidFill>
                  <a:srgbClr val="FF0000"/>
                </a:solidFill>
                <a:ea typeface="ＭＳ Ｐゴシック" panose="020B0600070205080204" pitchFamily="34" charset="-128"/>
              </a:rPr>
              <a:t>The end</a:t>
            </a:r>
          </a:p>
          <a:p>
            <a:pPr eaLnBrk="1" hangingPunct="1">
              <a:buFont typeface="Courier New" panose="02070309020205020404" pitchFamily="49" charset="0"/>
              <a:buChar char="o"/>
            </a:pPr>
            <a:r>
              <a:rPr lang="en-US" altLang="en-US" sz="2400">
                <a:ea typeface="ＭＳ Ｐゴシック" panose="020B0600070205080204" pitchFamily="34" charset="-128"/>
              </a:rPr>
              <a:t>Drivers should be re-entrant </a:t>
            </a:r>
          </a:p>
          <a:p>
            <a:pPr eaLnBrk="1" hangingPunct="1">
              <a:buFont typeface="Courier New" panose="02070309020205020404" pitchFamily="49" charset="0"/>
              <a:buChar char="o"/>
            </a:pPr>
            <a:r>
              <a:rPr lang="en-US" altLang="en-US" sz="2400">
                <a:ea typeface="ＭＳ Ｐゴシック" panose="020B0600070205080204" pitchFamily="34" charset="-128"/>
              </a:rPr>
              <a:t>OS adds devices when system (and therefore driver) is running</a:t>
            </a:r>
          </a:p>
        </p:txBody>
      </p:sp>
    </p:spTree>
    <p:extLst>
      <p:ext uri="{BB962C8B-B14F-4D97-AF65-F5344CB8AC3E}">
        <p14:creationId xmlns:p14="http://schemas.microsoft.com/office/powerpoint/2010/main" val="40644445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itle 2"/>
          <p:cNvSpPr>
            <a:spLocks noGrp="1"/>
          </p:cNvSpPr>
          <p:nvPr>
            <p:ph type="title"/>
          </p:nvPr>
        </p:nvSpPr>
        <p:spPr/>
        <p:txBody>
          <a:bodyPr>
            <a:normAutofit/>
          </a:bodyPr>
          <a:lstStyle/>
          <a:p>
            <a:pPr algn="l" eaLnBrk="1" hangingPunct="1">
              <a:defRPr/>
            </a:pPr>
            <a:r>
              <a:rPr lang="en-US" dirty="0" smtClean="0">
                <a:solidFill>
                  <a:srgbClr val="FF0000"/>
                </a:solidFill>
                <a:latin typeface="+mn-lt"/>
                <a:ea typeface="ＭＳ Ｐゴシック" pitchFamily="34" charset="-128"/>
              </a:rPr>
              <a:t>Device-Independent I/O Software</a:t>
            </a:r>
          </a:p>
        </p:txBody>
      </p:sp>
      <p:pic>
        <p:nvPicPr>
          <p:cNvPr id="696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650" y="1982788"/>
            <a:ext cx="6057900" cy="245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828800" y="4937126"/>
            <a:ext cx="8351838" cy="447675"/>
          </a:xfrm>
          <a:prstGeom prst="rect">
            <a:avLst/>
          </a:prstGeom>
          <a:noFill/>
        </p:spPr>
        <p:txBody>
          <a:bodyPr>
            <a:spAutoFit/>
          </a:bodyPr>
          <a:lstStyle/>
          <a:p>
            <a:pPr algn="ctr" eaLnBrk="1" hangingPunct="1">
              <a:defRPr/>
            </a:pPr>
            <a:r>
              <a:rPr lang="en-US" sz="2300" b="1" dirty="0">
                <a:solidFill>
                  <a:schemeClr val="bg1"/>
                </a:solidFill>
              </a:rPr>
              <a:t>Figure : </a:t>
            </a:r>
            <a:r>
              <a:rPr lang="en-US" sz="2300" dirty="0">
                <a:solidFill>
                  <a:schemeClr val="bg1"/>
                </a:solidFill>
              </a:rPr>
              <a:t>Functions of the device independent I/O software</a:t>
            </a:r>
            <a:endParaRPr lang="en-IN" sz="2300" dirty="0">
              <a:solidFill>
                <a:schemeClr val="bg1"/>
              </a:solidFill>
            </a:endParaRPr>
          </a:p>
        </p:txBody>
      </p:sp>
    </p:spTree>
    <p:extLst>
      <p:ext uri="{BB962C8B-B14F-4D97-AF65-F5344CB8AC3E}">
        <p14:creationId xmlns:p14="http://schemas.microsoft.com/office/powerpoint/2010/main" val="13052051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itle 2"/>
          <p:cNvSpPr>
            <a:spLocks noGrp="1"/>
          </p:cNvSpPr>
          <p:nvPr>
            <p:ph type="title"/>
          </p:nvPr>
        </p:nvSpPr>
        <p:spPr>
          <a:xfrm>
            <a:off x="1981200" y="274638"/>
            <a:ext cx="6705600" cy="975042"/>
          </a:xfrm>
        </p:spPr>
        <p:txBody>
          <a:bodyPr>
            <a:normAutofit/>
          </a:bodyPr>
          <a:lstStyle/>
          <a:p>
            <a:pPr algn="l" eaLnBrk="1" hangingPunct="1">
              <a:defRPr/>
            </a:pPr>
            <a:r>
              <a:rPr lang="en-US" sz="3200" dirty="0">
                <a:solidFill>
                  <a:srgbClr val="FF0000"/>
                </a:solidFill>
                <a:latin typeface="+mn-lt"/>
                <a:ea typeface="ＭＳ Ｐゴシック" pitchFamily="34" charset="-128"/>
              </a:rPr>
              <a:t>Why the OS needs a standard interface </a:t>
            </a:r>
          </a:p>
        </p:txBody>
      </p:sp>
      <p:sp>
        <p:nvSpPr>
          <p:cNvPr id="71683" name="Content Placeholder 1"/>
          <p:cNvSpPr>
            <a:spLocks noGrp="1"/>
          </p:cNvSpPr>
          <p:nvPr>
            <p:ph idx="1"/>
          </p:nvPr>
        </p:nvSpPr>
        <p:spPr>
          <a:xfrm>
            <a:off x="1893889" y="4537076"/>
            <a:ext cx="8408987" cy="1482725"/>
          </a:xfrm>
        </p:spPr>
        <p:txBody>
          <a:bodyPr/>
          <a:lstStyle/>
          <a:p>
            <a:pPr eaLnBrk="1" hangingPunct="1"/>
            <a:r>
              <a:rPr lang="en-US" altLang="en-US" sz="2200">
                <a:ea typeface="ＭＳ Ｐゴシック" panose="020B0600070205080204" pitchFamily="34" charset="-128"/>
              </a:rPr>
              <a:t>Driver functions differ for different drivers</a:t>
            </a:r>
          </a:p>
          <a:p>
            <a:pPr eaLnBrk="1" hangingPunct="1"/>
            <a:r>
              <a:rPr lang="en-US" altLang="en-US" sz="2200">
                <a:ea typeface="ＭＳ Ｐゴシック" panose="020B0600070205080204" pitchFamily="34" charset="-128"/>
              </a:rPr>
              <a:t>Kernel functions which each driver needs are different for different drivers. Too much work to have new interface for each new device type </a:t>
            </a:r>
          </a:p>
        </p:txBody>
      </p:sp>
      <p:pic>
        <p:nvPicPr>
          <p:cNvPr id="716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9475" y="1249364"/>
            <a:ext cx="8085138" cy="331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89208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2"/>
          <p:cNvSpPr>
            <a:spLocks noGrp="1"/>
          </p:cNvSpPr>
          <p:nvPr>
            <p:ph type="title"/>
          </p:nvPr>
        </p:nvSpPr>
        <p:spPr/>
        <p:txBody>
          <a:bodyPr/>
          <a:lstStyle/>
          <a:p>
            <a:pPr eaLnBrk="1" hangingPunct="1">
              <a:defRPr/>
            </a:pPr>
            <a:r>
              <a:rPr lang="en-US" dirty="0" smtClean="0">
                <a:solidFill>
                  <a:srgbClr val="FF0000"/>
                </a:solidFill>
                <a:latin typeface="+mn-lt"/>
                <a:ea typeface="ＭＳ Ｐゴシック" pitchFamily="34" charset="-128"/>
              </a:rPr>
              <a:t>Interface : Driver functions</a:t>
            </a:r>
          </a:p>
        </p:txBody>
      </p:sp>
      <p:sp>
        <p:nvSpPr>
          <p:cNvPr id="72707" name="Content Placeholder 10"/>
          <p:cNvSpPr>
            <a:spLocks noGrp="1"/>
          </p:cNvSpPr>
          <p:nvPr>
            <p:ph idx="1"/>
          </p:nvPr>
        </p:nvSpPr>
        <p:spPr>
          <a:xfrm>
            <a:off x="1982788" y="1408114"/>
            <a:ext cx="8204200" cy="5248275"/>
          </a:xfrm>
        </p:spPr>
        <p:txBody>
          <a:bodyPr/>
          <a:lstStyle/>
          <a:p>
            <a:pPr algn="just" eaLnBrk="1" hangingPunct="1">
              <a:buFont typeface="Courier New" panose="02070309020205020404" pitchFamily="49" charset="0"/>
              <a:buChar char="o"/>
            </a:pPr>
            <a:r>
              <a:rPr lang="en-US" altLang="en-US" smtClean="0">
                <a:ea typeface="ＭＳ Ｐゴシック" panose="020B0600070205080204" pitchFamily="34" charset="-128"/>
              </a:rPr>
              <a:t>OS defines functions for each class of devices which it MUST supply, e.g. read, write, turn on, turn off……..</a:t>
            </a:r>
          </a:p>
          <a:p>
            <a:pPr algn="just" eaLnBrk="1" hangingPunct="1">
              <a:buFont typeface="Courier New" panose="02070309020205020404" pitchFamily="49" charset="0"/>
              <a:buChar char="o"/>
            </a:pPr>
            <a:r>
              <a:rPr lang="en-US" altLang="en-US" smtClean="0">
                <a:ea typeface="ＭＳ Ｐゴシック" panose="020B0600070205080204" pitchFamily="34" charset="-128"/>
              </a:rPr>
              <a:t>Driver has a table of pointers to functions</a:t>
            </a:r>
          </a:p>
          <a:p>
            <a:pPr algn="just" eaLnBrk="1" hangingPunct="1">
              <a:buFont typeface="Courier New" panose="02070309020205020404" pitchFamily="49" charset="0"/>
              <a:buChar char="o"/>
            </a:pPr>
            <a:r>
              <a:rPr lang="en-US" altLang="en-US" smtClean="0">
                <a:ea typeface="ＭＳ Ｐゴシック" panose="020B0600070205080204" pitchFamily="34" charset="-128"/>
              </a:rPr>
              <a:t>OS just needs table address to call the functions</a:t>
            </a:r>
          </a:p>
          <a:p>
            <a:pPr algn="just" eaLnBrk="1" hangingPunct="1">
              <a:buFont typeface="Courier New" panose="02070309020205020404" pitchFamily="49" charset="0"/>
              <a:buChar char="o"/>
            </a:pPr>
            <a:r>
              <a:rPr lang="en-US" altLang="en-US" smtClean="0">
                <a:ea typeface="ＭＳ Ｐゴシック" panose="020B0600070205080204" pitchFamily="34" charset="-128"/>
              </a:rPr>
              <a:t>OS maps symbolic device names onto the right driver</a:t>
            </a:r>
          </a:p>
        </p:txBody>
      </p:sp>
    </p:spTree>
    <p:extLst>
      <p:ext uri="{BB962C8B-B14F-4D97-AF65-F5344CB8AC3E}">
        <p14:creationId xmlns:p14="http://schemas.microsoft.com/office/powerpoint/2010/main" val="16400239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itle 2"/>
          <p:cNvSpPr>
            <a:spLocks noGrp="1"/>
          </p:cNvSpPr>
          <p:nvPr>
            <p:ph type="title"/>
          </p:nvPr>
        </p:nvSpPr>
        <p:spPr>
          <a:xfrm>
            <a:off x="1981200" y="274638"/>
            <a:ext cx="6705600" cy="685482"/>
          </a:xfrm>
        </p:spPr>
        <p:txBody>
          <a:bodyPr>
            <a:normAutofit fontScale="90000"/>
          </a:bodyPr>
          <a:lstStyle/>
          <a:p>
            <a:pPr eaLnBrk="1" hangingPunct="1">
              <a:defRPr/>
            </a:pPr>
            <a:r>
              <a:rPr lang="en-US" dirty="0" smtClean="0">
                <a:solidFill>
                  <a:srgbClr val="FF0000"/>
                </a:solidFill>
                <a:latin typeface="+mn-lt"/>
                <a:ea typeface="ＭＳ Ｐゴシック" pitchFamily="34" charset="-128"/>
              </a:rPr>
              <a:t>Buffering </a:t>
            </a:r>
          </a:p>
        </p:txBody>
      </p:sp>
      <p:sp>
        <p:nvSpPr>
          <p:cNvPr id="74755" name="Content Placeholder 1"/>
          <p:cNvSpPr>
            <a:spLocks noGrp="1"/>
          </p:cNvSpPr>
          <p:nvPr>
            <p:ph idx="1"/>
          </p:nvPr>
        </p:nvSpPr>
        <p:spPr>
          <a:xfrm>
            <a:off x="1524000" y="4589464"/>
            <a:ext cx="9144000" cy="1387475"/>
          </a:xfrm>
        </p:spPr>
        <p:txBody>
          <a:bodyPr/>
          <a:lstStyle/>
          <a:p>
            <a:pPr eaLnBrk="1" hangingPunct="1">
              <a:buFont typeface="Arial" panose="020B0604020202020204" pitchFamily="34" charset="0"/>
              <a:buNone/>
            </a:pPr>
            <a:r>
              <a:rPr lang="en-US" altLang="en-US" smtClean="0">
                <a:ea typeface="ＭＳ Ｐゴシック" panose="020B0600070205080204" pitchFamily="34" charset="-128"/>
              </a:rPr>
              <a:t>     (a) Unbuffered input. (b) Buffering in user space. </a:t>
            </a:r>
            <a:br>
              <a:rPr lang="en-US" altLang="en-US" smtClean="0">
                <a:ea typeface="ＭＳ Ｐゴシック" panose="020B0600070205080204" pitchFamily="34" charset="-128"/>
              </a:rPr>
            </a:br>
            <a:r>
              <a:rPr lang="en-US" altLang="en-US" smtClean="0">
                <a:ea typeface="ＭＳ Ｐゴシック" panose="020B0600070205080204" pitchFamily="34" charset="-128"/>
              </a:rPr>
              <a:t>(c) Buffering in the kernel followed by copying to user space. (d) Double buffering in the kernel.</a:t>
            </a:r>
          </a:p>
        </p:txBody>
      </p:sp>
      <p:pic>
        <p:nvPicPr>
          <p:cNvPr id="747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925" y="1150938"/>
            <a:ext cx="822960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79415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itle 2"/>
          <p:cNvSpPr>
            <a:spLocks noGrp="1"/>
          </p:cNvSpPr>
          <p:nvPr>
            <p:ph type="title"/>
          </p:nvPr>
        </p:nvSpPr>
        <p:spPr>
          <a:xfrm>
            <a:off x="1905000" y="670560"/>
            <a:ext cx="6705600" cy="715962"/>
          </a:xfrm>
        </p:spPr>
        <p:txBody>
          <a:bodyPr>
            <a:normAutofit/>
          </a:bodyPr>
          <a:lstStyle/>
          <a:p>
            <a:pPr eaLnBrk="1" hangingPunct="1">
              <a:defRPr/>
            </a:pPr>
            <a:r>
              <a:rPr lang="en-US" dirty="0" smtClean="0">
                <a:solidFill>
                  <a:srgbClr val="FF0000"/>
                </a:solidFill>
                <a:latin typeface="+mn-lt"/>
                <a:ea typeface="ＭＳ Ｐゴシック" pitchFamily="34" charset="-128"/>
              </a:rPr>
              <a:t>Buffering </a:t>
            </a:r>
          </a:p>
        </p:txBody>
      </p:sp>
      <p:sp>
        <p:nvSpPr>
          <p:cNvPr id="75779" name="Content Placeholder 1"/>
          <p:cNvSpPr>
            <a:spLocks noGrp="1"/>
          </p:cNvSpPr>
          <p:nvPr>
            <p:ph idx="1"/>
          </p:nvPr>
        </p:nvSpPr>
        <p:spPr/>
        <p:txBody>
          <a:bodyPr/>
          <a:lstStyle/>
          <a:p>
            <a:pPr eaLnBrk="1" hangingPunct="1">
              <a:buFont typeface="Arial" panose="020B0604020202020204" pitchFamily="34" charset="0"/>
              <a:buNone/>
            </a:pPr>
            <a:endParaRPr lang="en-US" altLang="en-US" smtClean="0">
              <a:ea typeface="ＭＳ Ｐゴシック" panose="020B0600070205080204" pitchFamily="34" charset="-128"/>
            </a:endParaRPr>
          </a:p>
          <a:p>
            <a:pPr eaLnBrk="1" hangingPunct="1">
              <a:buFont typeface="Arial" panose="020B0604020202020204" pitchFamily="34" charset="0"/>
              <a:buNone/>
            </a:pPr>
            <a:endParaRPr lang="en-US" altLang="en-US" smtClean="0">
              <a:ea typeface="ＭＳ Ｐゴシック" panose="020B0600070205080204" pitchFamily="34" charset="-128"/>
            </a:endParaRPr>
          </a:p>
          <a:p>
            <a:pPr eaLnBrk="1" hangingPunct="1">
              <a:buFont typeface="Arial" panose="020B0604020202020204" pitchFamily="34" charset="0"/>
              <a:buNone/>
            </a:pPr>
            <a:endParaRPr lang="en-US" altLang="en-US" smtClean="0">
              <a:ea typeface="ＭＳ Ｐゴシック" panose="020B0600070205080204" pitchFamily="34" charset="-128"/>
            </a:endParaRPr>
          </a:p>
          <a:p>
            <a:pPr eaLnBrk="1" hangingPunct="1">
              <a:buFont typeface="Arial" panose="020B0604020202020204" pitchFamily="34" charset="0"/>
              <a:buNone/>
            </a:pPr>
            <a:endParaRPr lang="en-US" altLang="en-US" smtClean="0">
              <a:ea typeface="ＭＳ Ｐゴシック" panose="020B0600070205080204" pitchFamily="34" charset="-128"/>
            </a:endParaRPr>
          </a:p>
          <a:p>
            <a:pPr eaLnBrk="1" hangingPunct="1">
              <a:buFont typeface="Arial" panose="020B0604020202020204" pitchFamily="34" charset="0"/>
              <a:buNone/>
            </a:pPr>
            <a:endParaRPr lang="en-US" altLang="en-US" smtClean="0">
              <a:ea typeface="ＭＳ Ｐゴシック" panose="020B0600070205080204" pitchFamily="34" charset="-128"/>
            </a:endParaRPr>
          </a:p>
          <a:p>
            <a:pPr eaLnBrk="1" hangingPunct="1">
              <a:buFont typeface="Arial" panose="020B0604020202020204" pitchFamily="34" charset="0"/>
              <a:buNone/>
            </a:pPr>
            <a:endParaRPr lang="en-US" altLang="en-US" smtClean="0">
              <a:ea typeface="ＭＳ Ｐゴシック" panose="020B0600070205080204" pitchFamily="34" charset="-128"/>
            </a:endParaRPr>
          </a:p>
          <a:p>
            <a:pPr eaLnBrk="1" hangingPunct="1">
              <a:buFont typeface="Arial" panose="020B0604020202020204" pitchFamily="34" charset="0"/>
              <a:buNone/>
            </a:pPr>
            <a:endParaRPr lang="en-US" altLang="en-US" smtClean="0">
              <a:ea typeface="ＭＳ Ｐゴシック" panose="020B0600070205080204" pitchFamily="34" charset="-128"/>
            </a:endParaRPr>
          </a:p>
        </p:txBody>
      </p:sp>
      <p:pic>
        <p:nvPicPr>
          <p:cNvPr id="757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88" y="1781176"/>
            <a:ext cx="718185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16284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2"/>
          <p:cNvSpPr>
            <a:spLocks noGrp="1"/>
          </p:cNvSpPr>
          <p:nvPr>
            <p:ph type="title"/>
          </p:nvPr>
        </p:nvSpPr>
        <p:spPr/>
        <p:txBody>
          <a:bodyPr/>
          <a:lstStyle/>
          <a:p>
            <a:pPr eaLnBrk="1" hangingPunct="1">
              <a:defRPr/>
            </a:pPr>
            <a:r>
              <a:rPr lang="en-US" sz="3200" dirty="0">
                <a:solidFill>
                  <a:srgbClr val="FF0000"/>
                </a:solidFill>
                <a:latin typeface="+mn-lt"/>
                <a:ea typeface="ＭＳ Ｐゴシック" pitchFamily="34" charset="-128"/>
              </a:rPr>
              <a:t>More Functions of Independent Software</a:t>
            </a:r>
          </a:p>
        </p:txBody>
      </p:sp>
      <p:sp>
        <p:nvSpPr>
          <p:cNvPr id="76803" name="Content Placeholder 10"/>
          <p:cNvSpPr>
            <a:spLocks noGrp="1"/>
          </p:cNvSpPr>
          <p:nvPr>
            <p:ph idx="1"/>
          </p:nvPr>
        </p:nvSpPr>
        <p:spPr>
          <a:xfrm>
            <a:off x="2043113" y="1277939"/>
            <a:ext cx="8204200" cy="4556125"/>
          </a:xfrm>
        </p:spPr>
        <p:txBody>
          <a:bodyPr/>
          <a:lstStyle/>
          <a:p>
            <a:pPr eaLnBrk="1" hangingPunct="1">
              <a:buFont typeface="Courier New" panose="02070309020205020404" pitchFamily="49" charset="0"/>
              <a:buChar char="o"/>
            </a:pPr>
            <a:r>
              <a:rPr lang="en-US" altLang="en-US" sz="2400" b="1" dirty="0">
                <a:ea typeface="ＭＳ Ｐゴシック" panose="020B0600070205080204" pitchFamily="34" charset="-128"/>
              </a:rPr>
              <a:t>Error reporting</a:t>
            </a:r>
            <a:r>
              <a:rPr lang="en-US" altLang="en-US" sz="2400" dirty="0">
                <a:ea typeface="ＭＳ Ｐゴシック" panose="020B0600070205080204" pitchFamily="34" charset="-128"/>
              </a:rPr>
              <a:t>-programming errors (the user asks for the wrong </a:t>
            </a:r>
            <a:r>
              <a:rPr lang="en-US" altLang="en-US" sz="2400" dirty="0" smtClean="0">
                <a:ea typeface="ＭＳ Ｐゴシック" panose="020B0600070205080204" pitchFamily="34" charset="-128"/>
              </a:rPr>
              <a:t>thing </a:t>
            </a:r>
            <a:r>
              <a:rPr lang="en-US" altLang="en-US" sz="2400" dirty="0" err="1" smtClean="0">
                <a:ea typeface="ＭＳ Ｐゴシック" panose="020B0600070205080204" pitchFamily="34" charset="-128"/>
              </a:rPr>
              <a:t>eg</a:t>
            </a:r>
            <a:r>
              <a:rPr lang="en-US" altLang="en-US" sz="2400" dirty="0" smtClean="0">
                <a:ea typeface="ＭＳ Ｐゴシック" panose="020B0600070205080204" pitchFamily="34" charset="-128"/>
              </a:rPr>
              <a:t>. writing to an input device or reading from output device), </a:t>
            </a:r>
            <a:r>
              <a:rPr lang="en-US" altLang="en-US" sz="2400" dirty="0">
                <a:ea typeface="ＭＳ Ｐゴシック" panose="020B0600070205080204" pitchFamily="34" charset="-128"/>
              </a:rPr>
              <a:t>hardware problems (bad </a:t>
            </a:r>
            <a:r>
              <a:rPr lang="en-US" altLang="en-US" sz="2400" dirty="0" smtClean="0">
                <a:ea typeface="ＭＳ Ｐゴシック" panose="020B0600070205080204" pitchFamily="34" charset="-128"/>
              </a:rPr>
              <a:t>disk or invalid device) </a:t>
            </a:r>
            <a:r>
              <a:rPr lang="en-US" altLang="en-US" sz="2400" dirty="0">
                <a:ea typeface="ＭＳ Ｐゴシック" panose="020B0600070205080204" pitchFamily="34" charset="-128"/>
              </a:rPr>
              <a:t>are reported if they can’t be solved by the </a:t>
            </a:r>
            <a:r>
              <a:rPr lang="en-US" altLang="en-US" sz="2400" dirty="0" smtClean="0">
                <a:ea typeface="ＭＳ Ｐゴシック" panose="020B0600070205080204" pitchFamily="34" charset="-128"/>
              </a:rPr>
              <a:t>driver .</a:t>
            </a:r>
            <a:endParaRPr lang="en-US" altLang="en-US" sz="2400" dirty="0">
              <a:ea typeface="ＭＳ Ｐゴシック" panose="020B0600070205080204" pitchFamily="34" charset="-128"/>
            </a:endParaRPr>
          </a:p>
          <a:p>
            <a:pPr eaLnBrk="1" hangingPunct="1">
              <a:buFont typeface="Courier New" panose="02070309020205020404" pitchFamily="49" charset="0"/>
              <a:buChar char="o"/>
            </a:pPr>
            <a:r>
              <a:rPr lang="en-US" altLang="en-US" sz="2400" b="1" dirty="0">
                <a:ea typeface="ＭＳ Ｐゴシック" panose="020B0600070205080204" pitchFamily="34" charset="-128"/>
              </a:rPr>
              <a:t>Allocates</a:t>
            </a:r>
            <a:r>
              <a:rPr lang="en-US" altLang="en-US" sz="2400" dirty="0">
                <a:ea typeface="ＭＳ Ｐゴシック" panose="020B0600070205080204" pitchFamily="34" charset="-128"/>
              </a:rPr>
              <a:t> and </a:t>
            </a:r>
            <a:r>
              <a:rPr lang="en-US" altLang="en-US" sz="2400" b="1" dirty="0">
                <a:ea typeface="ＭＳ Ｐゴシック" panose="020B0600070205080204" pitchFamily="34" charset="-128"/>
              </a:rPr>
              <a:t>releases devices </a:t>
            </a:r>
            <a:r>
              <a:rPr lang="en-US" altLang="en-US" sz="2400" dirty="0">
                <a:ea typeface="ＭＳ Ｐゴシック" panose="020B0600070205080204" pitchFamily="34" charset="-128"/>
              </a:rPr>
              <a:t>which can only be used by one user at a time (CD-ROM players)</a:t>
            </a:r>
          </a:p>
          <a:p>
            <a:pPr lvl="1" eaLnBrk="1" hangingPunct="1">
              <a:buFont typeface="Courier New" panose="02070309020205020404" pitchFamily="49" charset="0"/>
              <a:buChar char="o"/>
            </a:pPr>
            <a:r>
              <a:rPr lang="en-US" altLang="en-US" dirty="0" smtClean="0">
                <a:ea typeface="ＭＳ Ｐゴシック" panose="020B0600070205080204" pitchFamily="34" charset="-128"/>
              </a:rPr>
              <a:t>Queues  requests or </a:t>
            </a:r>
          </a:p>
          <a:p>
            <a:pPr lvl="1" eaLnBrk="1" hangingPunct="1">
              <a:buFont typeface="Courier New" panose="02070309020205020404" pitchFamily="49" charset="0"/>
              <a:buChar char="o"/>
            </a:pPr>
            <a:r>
              <a:rPr lang="en-US" altLang="en-US" dirty="0" smtClean="0">
                <a:ea typeface="ＭＳ Ｐゴシック" panose="020B0600070205080204" pitchFamily="34" charset="-128"/>
              </a:rPr>
              <a:t>Lets open simply fail</a:t>
            </a:r>
          </a:p>
          <a:p>
            <a:pPr eaLnBrk="1" hangingPunct="1">
              <a:buFont typeface="Courier New" panose="02070309020205020404" pitchFamily="49" charset="0"/>
              <a:buChar char="o"/>
            </a:pPr>
            <a:r>
              <a:rPr lang="en-US" altLang="en-US" sz="2400" b="1" dirty="0">
                <a:ea typeface="ＭＳ Ｐゴシック" panose="020B0600070205080204" pitchFamily="34" charset="-128"/>
              </a:rPr>
              <a:t>Device independent block size</a:t>
            </a:r>
            <a:r>
              <a:rPr lang="en-US" altLang="en-US" sz="2400" dirty="0">
                <a:ea typeface="ＭＳ Ｐゴシック" panose="020B0600070205080204" pitchFamily="34" charset="-128"/>
              </a:rPr>
              <a:t>-OS does not have to know the details of the devices</a:t>
            </a:r>
          </a:p>
          <a:p>
            <a:pPr lvl="1" eaLnBrk="1" hangingPunct="1">
              <a:buFont typeface="Courier New" panose="02070309020205020404" pitchFamily="49" charset="0"/>
              <a:buChar char="o"/>
            </a:pPr>
            <a:r>
              <a:rPr lang="en-US" altLang="en-US" dirty="0" smtClean="0">
                <a:ea typeface="ＭＳ Ｐゴシック" panose="020B0600070205080204" pitchFamily="34" charset="-128"/>
              </a:rPr>
              <a:t>E.g. combine sectors into blocks</a:t>
            </a:r>
          </a:p>
        </p:txBody>
      </p:sp>
    </p:spTree>
    <p:extLst>
      <p:ext uri="{BB962C8B-B14F-4D97-AF65-F5344CB8AC3E}">
        <p14:creationId xmlns:p14="http://schemas.microsoft.com/office/powerpoint/2010/main" val="28470995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smtClean="0">
                <a:solidFill>
                  <a:srgbClr val="FF0000"/>
                </a:solidFill>
              </a:rPr>
              <a:t>Layers of I/O Software &amp; Function of Each Layer</a:t>
            </a:r>
            <a:endParaRPr lang="en-IN" dirty="0">
              <a:solidFill>
                <a:srgbClr val="FF0000"/>
              </a:solidFill>
            </a:endParaRPr>
          </a:p>
        </p:txBody>
      </p:sp>
      <p:sp>
        <p:nvSpPr>
          <p:cNvPr id="79875" name="Content Placeholder 2"/>
          <p:cNvSpPr>
            <a:spLocks noGrp="1"/>
          </p:cNvSpPr>
          <p:nvPr>
            <p:ph idx="1"/>
          </p:nvPr>
        </p:nvSpPr>
        <p:spPr/>
        <p:txBody>
          <a:bodyPr/>
          <a:lstStyle/>
          <a:p>
            <a:endParaRPr lang="en-IN" altLang="en-US" smtClean="0"/>
          </a:p>
        </p:txBody>
      </p:sp>
      <p:pic>
        <p:nvPicPr>
          <p:cNvPr id="798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425" y="1695450"/>
            <a:ext cx="843915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09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375"/>
            <a:ext cx="10515600" cy="5462588"/>
          </a:xfrm>
        </p:spPr>
        <p:txBody>
          <a:bodyPr>
            <a:normAutofit/>
          </a:bodyPr>
          <a:lstStyle/>
          <a:p>
            <a:r>
              <a:rPr lang="en-US" dirty="0" smtClean="0">
                <a:latin typeface="Cambria" panose="02040503050406030204" pitchFamily="18" charset="0"/>
              </a:rPr>
              <a:t>I/O Management </a:t>
            </a:r>
          </a:p>
          <a:p>
            <a:r>
              <a:rPr lang="en-US" dirty="0" smtClean="0">
                <a:latin typeface="Cambria" panose="02040503050406030204" pitchFamily="18" charset="0"/>
              </a:rPr>
              <a:t>Principles of I/O Hardware:   </a:t>
            </a:r>
          </a:p>
          <a:p>
            <a:pPr lvl="1"/>
            <a:r>
              <a:rPr lang="en-US" dirty="0" smtClean="0">
                <a:latin typeface="Cambria" panose="02040503050406030204" pitchFamily="18" charset="0"/>
              </a:rPr>
              <a:t>I/O devices</a:t>
            </a:r>
          </a:p>
          <a:p>
            <a:pPr lvl="1"/>
            <a:r>
              <a:rPr lang="en-US" dirty="0" smtClean="0">
                <a:latin typeface="Cambria" panose="02040503050406030204" pitchFamily="18" charset="0"/>
              </a:rPr>
              <a:t> Device controllers </a:t>
            </a:r>
          </a:p>
          <a:p>
            <a:pPr lvl="1"/>
            <a:r>
              <a:rPr lang="en-US" dirty="0" smtClean="0">
                <a:latin typeface="Cambria" panose="02040503050406030204" pitchFamily="18" charset="0"/>
              </a:rPr>
              <a:t>Direct memory access  </a:t>
            </a:r>
          </a:p>
          <a:p>
            <a:r>
              <a:rPr lang="en-US" dirty="0" smtClean="0">
                <a:latin typeface="Cambria" panose="02040503050406030204" pitchFamily="18" charset="0"/>
              </a:rPr>
              <a:t>Principles of I/O Software:  </a:t>
            </a:r>
          </a:p>
          <a:p>
            <a:pPr lvl="1"/>
            <a:r>
              <a:rPr lang="en-US" dirty="0" smtClean="0">
                <a:latin typeface="Cambria" panose="02040503050406030204" pitchFamily="18" charset="0"/>
              </a:rPr>
              <a:t>Goals of Interrupt handlers  </a:t>
            </a:r>
          </a:p>
          <a:p>
            <a:pPr lvl="1"/>
            <a:r>
              <a:rPr lang="en-US" dirty="0" smtClean="0">
                <a:latin typeface="Cambria" panose="02040503050406030204" pitchFamily="18" charset="0"/>
              </a:rPr>
              <a:t>Device drivers  </a:t>
            </a:r>
          </a:p>
          <a:p>
            <a:pPr lvl="1"/>
            <a:r>
              <a:rPr lang="en-US" dirty="0" smtClean="0">
                <a:latin typeface="Cambria" panose="02040503050406030204" pitchFamily="18" charset="0"/>
              </a:rPr>
              <a:t>Device independent I/O software </a:t>
            </a:r>
          </a:p>
          <a:p>
            <a:r>
              <a:rPr lang="en-US" dirty="0" smtClean="0">
                <a:latin typeface="Cambria" panose="02040503050406030204" pitchFamily="18" charset="0"/>
              </a:rPr>
              <a:t>Secondary-Storage Structure: </a:t>
            </a:r>
          </a:p>
          <a:p>
            <a:pPr lvl="1"/>
            <a:r>
              <a:rPr lang="en-US" dirty="0" smtClean="0">
                <a:latin typeface="Cambria" panose="02040503050406030204" pitchFamily="18" charset="0"/>
              </a:rPr>
              <a:t>Disk structure </a:t>
            </a:r>
          </a:p>
          <a:p>
            <a:pPr lvl="1"/>
            <a:r>
              <a:rPr lang="en-US" dirty="0" smtClean="0">
                <a:latin typeface="Cambria" panose="02040503050406030204" pitchFamily="18" charset="0"/>
              </a:rPr>
              <a:t>Disk scheduling  algorithm </a:t>
            </a:r>
            <a:endParaRPr lang="en-US" dirty="0">
              <a:latin typeface="Cambria" panose="02040503050406030204" pitchFamily="18" charset="0"/>
            </a:endParaRPr>
          </a:p>
        </p:txBody>
      </p:sp>
    </p:spTree>
    <p:extLst>
      <p:ext uri="{BB962C8B-B14F-4D97-AF65-F5344CB8AC3E}">
        <p14:creationId xmlns:p14="http://schemas.microsoft.com/office/powerpoint/2010/main" val="2006880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2"/>
          <p:cNvSpPr>
            <a:spLocks noGrp="1"/>
          </p:cNvSpPr>
          <p:nvPr>
            <p:ph type="title"/>
          </p:nvPr>
        </p:nvSpPr>
        <p:spPr>
          <a:xfrm>
            <a:off x="166688" y="0"/>
            <a:ext cx="10515600" cy="1325563"/>
          </a:xfrm>
        </p:spPr>
        <p:txBody>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Disks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42005233"/>
              </p:ext>
            </p:extLst>
          </p:nvPr>
        </p:nvGraphicFramePr>
        <p:xfrm>
          <a:off x="-342901" y="814388"/>
          <a:ext cx="12172951" cy="5329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98087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2"/>
          <p:cNvSpPr>
            <a:spLocks noGrp="1"/>
          </p:cNvSpPr>
          <p:nvPr>
            <p:ph type="title"/>
          </p:nvPr>
        </p:nvSpPr>
        <p:spPr>
          <a:xfrm>
            <a:off x="0" y="-53975"/>
            <a:ext cx="10515600" cy="1325563"/>
          </a:xfrm>
        </p:spPr>
        <p:txBody>
          <a:bodyPr/>
          <a:lstStyle/>
          <a:p>
            <a:pPr eaLnBrk="1" hangingPunct="1">
              <a:defRPr/>
            </a:pPr>
            <a:r>
              <a:rPr lang="en-US" b="1" dirty="0" smtClean="0">
                <a:latin typeface="Cambria" panose="02040503050406030204" pitchFamily="18" charset="0"/>
                <a:ea typeface="ＭＳ Ｐゴシック" pitchFamily="34" charset="-128"/>
              </a:rPr>
              <a:t>Disks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642439568"/>
              </p:ext>
            </p:extLst>
          </p:nvPr>
        </p:nvGraphicFramePr>
        <p:xfrm>
          <a:off x="1314449" y="608806"/>
          <a:ext cx="9929813" cy="5881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49741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1"/>
          <p:cNvSpPr>
            <a:spLocks noGrp="1"/>
          </p:cNvSpPr>
          <p:nvPr>
            <p:ph type="ftr" sz="quarter" idx="11"/>
          </p:nvPr>
        </p:nvSpPr>
        <p:spPr bwMode="auto">
          <a:xfrm>
            <a:off x="1981200" y="6416676"/>
            <a:ext cx="2286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sz="3200">
                <a:solidFill>
                  <a:schemeClr val="tx1"/>
                </a:solidFill>
                <a:latin typeface="Times New Roman" panose="02020603050405020304" pitchFamily="18" charset="0"/>
                <a:ea typeface="ＭＳ Ｐゴシック" panose="020B0600070205080204" pitchFamily="34" charset="-128"/>
              </a:defRPr>
            </a:lvl1pPr>
            <a:lvl2pPr marL="742950" indent="-285750">
              <a:defRPr sz="3200">
                <a:solidFill>
                  <a:schemeClr val="tx1"/>
                </a:solidFill>
                <a:latin typeface="Times New Roman" panose="02020603050405020304" pitchFamily="18" charset="0"/>
                <a:ea typeface="ＭＳ Ｐゴシック" panose="020B0600070205080204" pitchFamily="34" charset="-128"/>
              </a:defRPr>
            </a:lvl2pPr>
            <a:lvl3pPr marL="1143000" indent="-228600">
              <a:defRPr sz="3200">
                <a:solidFill>
                  <a:schemeClr val="tx1"/>
                </a:solidFill>
                <a:latin typeface="Times New Roman" panose="02020603050405020304" pitchFamily="18" charset="0"/>
                <a:ea typeface="ＭＳ Ｐゴシック" panose="020B0600070205080204" pitchFamily="34" charset="-128"/>
              </a:defRPr>
            </a:lvl3pPr>
            <a:lvl4pPr marL="1600200" indent="-228600">
              <a:defRPr sz="3200">
                <a:solidFill>
                  <a:schemeClr val="tx1"/>
                </a:solidFill>
                <a:latin typeface="Times New Roman" panose="02020603050405020304" pitchFamily="18" charset="0"/>
                <a:ea typeface="ＭＳ Ｐゴシック" panose="020B0600070205080204" pitchFamily="34" charset="-128"/>
              </a:defRPr>
            </a:lvl4pPr>
            <a:lvl5pPr marL="2057400" indent="-228600">
              <a:defRPr sz="3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algn="l" eaLnBrk="0" fontAlgn="base" hangingPunct="0">
              <a:spcBef>
                <a:spcPct val="0"/>
              </a:spcBef>
              <a:spcAft>
                <a:spcPct val="0"/>
              </a:spcAft>
            </a:pPr>
            <a:r>
              <a:rPr lang="en-US" altLang="en-US" sz="1400">
                <a:cs typeface="Times New Roman" panose="02020603050405020304" pitchFamily="18" charset="0"/>
              </a:rPr>
              <a:t>A. Frank - P. Weisberg</a:t>
            </a:r>
          </a:p>
        </p:txBody>
      </p:sp>
      <p:sp>
        <p:nvSpPr>
          <p:cNvPr id="6147" name="Rectangle 4"/>
          <p:cNvSpPr>
            <a:spLocks noGrp="1" noChangeArrowheads="1"/>
          </p:cNvSpPr>
          <p:nvPr>
            <p:ph type="title" idx="4294967295"/>
          </p:nvPr>
        </p:nvSpPr>
        <p:spPr>
          <a:xfrm>
            <a:off x="2286000" y="704850"/>
            <a:ext cx="8382000" cy="609600"/>
          </a:xfrm>
        </p:spPr>
        <p:txBody>
          <a:bodyPr>
            <a:normAutofit/>
          </a:bodyPr>
          <a:lstStyle/>
          <a:p>
            <a:pPr eaLnBrk="1" hangingPunct="1">
              <a:defRPr/>
            </a:pPr>
            <a:r>
              <a:rPr lang="en-US" sz="3600"/>
              <a:t>Moving-head Disk Mechanism</a:t>
            </a:r>
          </a:p>
        </p:txBody>
      </p:sp>
      <p:pic>
        <p:nvPicPr>
          <p:cNvPr id="81924" name="Picture 5"/>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2513014" y="1685925"/>
            <a:ext cx="7951787"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12962205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2"/>
          <p:cNvSpPr>
            <a:spLocks noGrp="1"/>
          </p:cNvSpPr>
          <p:nvPr>
            <p:ph type="title"/>
          </p:nvPr>
        </p:nvSpPr>
        <p:spPr>
          <a:xfrm>
            <a:off x="338137" y="50800"/>
            <a:ext cx="10515600" cy="1325563"/>
          </a:xfrm>
        </p:spPr>
        <p:txBody>
          <a:bodyPr>
            <a:normAutofit/>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Disk Arm Scheduling Algorithms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406196333"/>
              </p:ext>
            </p:extLst>
          </p:nvPr>
        </p:nvGraphicFramePr>
        <p:xfrm>
          <a:off x="2073275" y="1376362"/>
          <a:ext cx="8780462" cy="4867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311714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14438" y="390525"/>
            <a:ext cx="8382000" cy="609600"/>
          </a:xfrm>
        </p:spPr>
        <p:txBody>
          <a:bodyPr vert="horz" lIns="92075" tIns="46038" rIns="92075" bIns="46038" rtlCol="0" anchor="ctr">
            <a:noAutofit/>
          </a:bodyPr>
          <a:lstStyle/>
          <a:p>
            <a:pPr eaLnBrk="1" hangingPunct="1">
              <a:defRPr/>
            </a:pPr>
            <a:r>
              <a:rPr lang="en-US" b="1" dirty="0">
                <a:latin typeface="Times New Roman" panose="02020603050405020304" pitchFamily="18" charset="0"/>
                <a:cs typeface="Times New Roman" panose="02020603050405020304" pitchFamily="18" charset="0"/>
              </a:rPr>
              <a:t>First Come First Serve (FCFS)</a:t>
            </a:r>
          </a:p>
        </p:txBody>
      </p:sp>
      <p:sp>
        <p:nvSpPr>
          <p:cNvPr id="90115" name="Rectangle 3"/>
          <p:cNvSpPr>
            <a:spLocks noGrp="1" noChangeArrowheads="1"/>
          </p:cNvSpPr>
          <p:nvPr>
            <p:ph type="body" idx="1"/>
          </p:nvPr>
        </p:nvSpPr>
        <p:spPr>
          <a:xfrm>
            <a:off x="2286001" y="1676400"/>
            <a:ext cx="7580313" cy="4217988"/>
          </a:xfrm>
        </p:spPr>
        <p:txBody>
          <a:bodyPr vert="horz" lIns="92075" tIns="46038" rIns="92075" bIns="46038" rtlCol="0">
            <a:normAutofit/>
          </a:bodyPr>
          <a:lstStyle/>
          <a:p>
            <a:pPr algn="just" eaLnBrk="1" hangingPunct="1"/>
            <a:r>
              <a:rPr lang="en-US" altLang="en-US" dirty="0" smtClean="0">
                <a:latin typeface="Cambria" panose="02040503050406030204" pitchFamily="18" charset="0"/>
              </a:rPr>
              <a:t>Handle I/O requests sequentially.</a:t>
            </a:r>
          </a:p>
          <a:p>
            <a:pPr algn="just" eaLnBrk="1" hangingPunct="1"/>
            <a:r>
              <a:rPr lang="en-US" altLang="en-US" dirty="0" smtClean="0">
                <a:latin typeface="Cambria" panose="02040503050406030204" pitchFamily="18" charset="0"/>
              </a:rPr>
              <a:t>Fair to all processes.</a:t>
            </a:r>
          </a:p>
          <a:p>
            <a:pPr algn="just" eaLnBrk="1" hangingPunct="1"/>
            <a:r>
              <a:rPr lang="en-US" altLang="en-US" dirty="0" smtClean="0">
                <a:latin typeface="Cambria" panose="02040503050406030204" pitchFamily="18" charset="0"/>
              </a:rPr>
              <a:t>Approaches random scheduling in performance if there are many processes/requests.</a:t>
            </a:r>
          </a:p>
          <a:p>
            <a:pPr algn="just" eaLnBrk="1" hangingPunct="1"/>
            <a:r>
              <a:rPr lang="en-US" altLang="en-US" dirty="0" smtClean="0">
                <a:latin typeface="Cambria" panose="02040503050406030204" pitchFamily="18" charset="0"/>
              </a:rPr>
              <a:t>Suffers from global zigzag effect. </a:t>
            </a:r>
          </a:p>
        </p:txBody>
      </p:sp>
    </p:spTree>
    <p:extLst>
      <p:ext uri="{BB962C8B-B14F-4D97-AF65-F5344CB8AC3E}">
        <p14:creationId xmlns:p14="http://schemas.microsoft.com/office/powerpoint/2010/main" val="6162916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100137" y="282575"/>
            <a:ext cx="8382000" cy="609600"/>
          </a:xfrm>
        </p:spPr>
        <p:txBody>
          <a:bodyPr>
            <a:noAutofit/>
          </a:bodyPr>
          <a:lstStyle/>
          <a:p>
            <a:pPr>
              <a:defRPr/>
            </a:pPr>
            <a:r>
              <a:rPr lang="en-US" sz="4000" b="1" dirty="0">
                <a:latin typeface="Times New Roman" panose="02020603050405020304" pitchFamily="18" charset="0"/>
                <a:cs typeface="Times New Roman" panose="02020603050405020304" pitchFamily="18" charset="0"/>
              </a:rPr>
              <a:t>First Come First Serve (FCFS)</a:t>
            </a:r>
          </a:p>
        </p:txBody>
      </p:sp>
      <p:sp>
        <p:nvSpPr>
          <p:cNvPr id="86019" name="Rectangle 3"/>
          <p:cNvSpPr>
            <a:spLocks noGrp="1" noChangeArrowheads="1"/>
          </p:cNvSpPr>
          <p:nvPr>
            <p:ph type="body" idx="1"/>
          </p:nvPr>
        </p:nvSpPr>
        <p:spPr>
          <a:xfrm>
            <a:off x="2286000" y="1676400"/>
            <a:ext cx="8382000" cy="5181600"/>
          </a:xfrm>
        </p:spPr>
        <p:txBody>
          <a:bodyPr/>
          <a:lstStyle/>
          <a:p>
            <a:pPr algn="just">
              <a:tabLst>
                <a:tab pos="1711325" algn="l"/>
              </a:tabLst>
            </a:pPr>
            <a:r>
              <a:rPr lang="en-US" altLang="en-US" dirty="0" smtClean="0">
                <a:latin typeface="Cambria" panose="02040503050406030204" pitchFamily="18" charset="0"/>
              </a:rPr>
              <a:t>Several algorithms exist to schedule the servicing of disk I/O requests. </a:t>
            </a:r>
          </a:p>
          <a:p>
            <a:pPr algn="just">
              <a:tabLst>
                <a:tab pos="1711325" algn="l"/>
              </a:tabLst>
            </a:pPr>
            <a:r>
              <a:rPr lang="en-US" altLang="en-US" dirty="0" smtClean="0">
                <a:latin typeface="Cambria" panose="02040503050406030204" pitchFamily="18" charset="0"/>
              </a:rPr>
              <a:t>We illustrate them with a I/O request queue   (cylinders are between 0-199):                          	</a:t>
            </a:r>
            <a:br>
              <a:rPr lang="en-US" altLang="en-US" dirty="0" smtClean="0">
                <a:latin typeface="Cambria" panose="02040503050406030204" pitchFamily="18" charset="0"/>
              </a:rPr>
            </a:br>
            <a:r>
              <a:rPr lang="en-US" altLang="en-US" dirty="0" smtClean="0">
                <a:latin typeface="Cambria" panose="02040503050406030204" pitchFamily="18" charset="0"/>
              </a:rPr>
              <a:t>queue = 98, 183, 37, 122, 14, 124, 65, 67</a:t>
            </a:r>
          </a:p>
          <a:p>
            <a:pPr algn="just">
              <a:buNone/>
              <a:tabLst>
                <a:tab pos="1711325" algn="l"/>
              </a:tabLst>
            </a:pPr>
            <a:r>
              <a:rPr lang="en-US" altLang="en-US" dirty="0" smtClean="0">
                <a:latin typeface="Cambria" panose="02040503050406030204" pitchFamily="18" charset="0"/>
              </a:rPr>
              <a:t>	head starts at 53</a:t>
            </a:r>
          </a:p>
        </p:txBody>
      </p:sp>
    </p:spTree>
    <p:extLst>
      <p:ext uri="{BB962C8B-B14F-4D97-AF65-F5344CB8AC3E}">
        <p14:creationId xmlns:p14="http://schemas.microsoft.com/office/powerpoint/2010/main" val="21472611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71500" y="377443"/>
            <a:ext cx="9786938" cy="609600"/>
          </a:xfrm>
        </p:spPr>
        <p:txBody>
          <a:bodyPr>
            <a:noAutofit/>
          </a:bodyPr>
          <a:lstStyle/>
          <a:p>
            <a:pPr eaLnBrk="1" hangingPunct="1">
              <a:defRPr/>
            </a:pPr>
            <a:r>
              <a:rPr lang="en-US" b="1" dirty="0">
                <a:latin typeface="Times New Roman" panose="02020603050405020304" pitchFamily="18" charset="0"/>
                <a:cs typeface="Times New Roman" panose="02020603050405020304" pitchFamily="18" charset="0"/>
              </a:rPr>
              <a:t>First Come First Serve (FCFS) Example</a:t>
            </a:r>
          </a:p>
        </p:txBody>
      </p:sp>
      <p:sp>
        <p:nvSpPr>
          <p:cNvPr id="88067" name="Text Box 4"/>
          <p:cNvSpPr txBox="1">
            <a:spLocks noChangeArrowheads="1"/>
          </p:cNvSpPr>
          <p:nvPr/>
        </p:nvSpPr>
        <p:spPr bwMode="auto">
          <a:xfrm>
            <a:off x="8932864" y="3489326"/>
            <a:ext cx="17351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a:solidFill>
                  <a:schemeClr val="tx1"/>
                </a:solidFill>
                <a:latin typeface="Times New Roman" panose="02020603050405020304" pitchFamily="18" charset="0"/>
                <a:ea typeface="ＭＳ Ｐゴシック" panose="020B0600070205080204" pitchFamily="34" charset="-128"/>
              </a:defRPr>
            </a:lvl1pPr>
            <a:lvl2pPr marL="742950" indent="-285750">
              <a:defRPr sz="3200">
                <a:solidFill>
                  <a:schemeClr val="tx1"/>
                </a:solidFill>
                <a:latin typeface="Times New Roman" panose="02020603050405020304" pitchFamily="18" charset="0"/>
                <a:ea typeface="ＭＳ Ｐゴシック" panose="020B0600070205080204" pitchFamily="34" charset="-128"/>
              </a:defRPr>
            </a:lvl2pPr>
            <a:lvl3pPr marL="1143000" indent="-228600">
              <a:defRPr sz="3200">
                <a:solidFill>
                  <a:schemeClr val="tx1"/>
                </a:solidFill>
                <a:latin typeface="Times New Roman" panose="02020603050405020304" pitchFamily="18" charset="0"/>
                <a:ea typeface="ＭＳ Ｐゴシック" panose="020B0600070205080204" pitchFamily="34" charset="-128"/>
              </a:defRPr>
            </a:lvl3pPr>
            <a:lvl4pPr marL="1600200" indent="-228600">
              <a:defRPr sz="3200">
                <a:solidFill>
                  <a:schemeClr val="tx1"/>
                </a:solidFill>
                <a:latin typeface="Times New Roman" panose="02020603050405020304" pitchFamily="18" charset="0"/>
                <a:ea typeface="ＭＳ Ｐゴシック" panose="020B0600070205080204" pitchFamily="34" charset="-128"/>
              </a:defRPr>
            </a:lvl4pPr>
            <a:lvl5pPr marL="2057400" indent="-228600">
              <a:defRPr sz="3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tLang="en-US" sz="2000">
                <a:solidFill>
                  <a:schemeClr val="bg1"/>
                </a:solidFill>
                <a:latin typeface="Helvetica" panose="020B0604020202020204" pitchFamily="34" charset="0"/>
                <a:cs typeface="Arial" panose="020B0604020202020204" pitchFamily="34" charset="0"/>
              </a:rPr>
              <a:t>Illustration shows total head movement of 640 cylinders.</a:t>
            </a:r>
          </a:p>
        </p:txBody>
      </p:sp>
      <p:pic>
        <p:nvPicPr>
          <p:cNvPr id="88068"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82764" y="1293019"/>
            <a:ext cx="7150100" cy="4392613"/>
          </a:xfrm>
        </p:spPr>
      </p:pic>
      <p:sp>
        <p:nvSpPr>
          <p:cNvPr id="5" name="Text Box 4"/>
          <p:cNvSpPr txBox="1">
            <a:spLocks noChangeArrowheads="1"/>
          </p:cNvSpPr>
          <p:nvPr/>
        </p:nvSpPr>
        <p:spPr bwMode="auto">
          <a:xfrm>
            <a:off x="952583" y="5687985"/>
            <a:ext cx="84866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r" rtl="1"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lgn="ctr" rtl="0">
              <a:spcBef>
                <a:spcPct val="50000"/>
              </a:spcBef>
            </a:pPr>
            <a:r>
              <a:rPr lang="en-US" altLang="en-US" sz="2000" dirty="0">
                <a:latin typeface="Helvetica" panose="020B0604020202020204" pitchFamily="34" charset="0"/>
              </a:rPr>
              <a:t>Illustration shows total head movement </a:t>
            </a:r>
            <a:r>
              <a:rPr lang="en-US" altLang="en-US" sz="2000" dirty="0" smtClean="0">
                <a:latin typeface="Helvetica" panose="020B0604020202020204" pitchFamily="34" charset="0"/>
              </a:rPr>
              <a:t> or seek distance is </a:t>
            </a:r>
            <a:r>
              <a:rPr lang="en-US" altLang="en-US" sz="2000" dirty="0">
                <a:latin typeface="Helvetica" panose="020B0604020202020204" pitchFamily="34" charset="0"/>
              </a:rPr>
              <a:t>640 cylinders.</a:t>
            </a:r>
          </a:p>
        </p:txBody>
      </p:sp>
    </p:spTree>
    <p:extLst>
      <p:ext uri="{BB962C8B-B14F-4D97-AF65-F5344CB8AC3E}">
        <p14:creationId xmlns:p14="http://schemas.microsoft.com/office/powerpoint/2010/main" val="222960772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85838" y="276225"/>
            <a:ext cx="8382000" cy="609600"/>
          </a:xfrm>
        </p:spPr>
        <p:txBody>
          <a:bodyPr>
            <a:normAutofit/>
          </a:bodyPr>
          <a:lstStyle/>
          <a:p>
            <a:pPr>
              <a:defRPr/>
            </a:pPr>
            <a:r>
              <a:rPr lang="en-US" sz="3600" b="1" dirty="0">
                <a:latin typeface="Times New Roman" panose="02020603050405020304" pitchFamily="18" charset="0"/>
                <a:cs typeface="Times New Roman" panose="02020603050405020304" pitchFamily="18" charset="0"/>
              </a:rPr>
              <a:t>First Come First Serve (FCFS) Example</a:t>
            </a:r>
            <a:endParaRPr lang="en-US" sz="3600" dirty="0">
              <a:solidFill>
                <a:srgbClr val="FF0000"/>
              </a:solidFill>
            </a:endParaRPr>
          </a:p>
        </p:txBody>
      </p:sp>
      <p:sp>
        <p:nvSpPr>
          <p:cNvPr id="88067" name="Text Box 4"/>
          <p:cNvSpPr txBox="1">
            <a:spLocks noChangeArrowheads="1"/>
          </p:cNvSpPr>
          <p:nvPr/>
        </p:nvSpPr>
        <p:spPr bwMode="auto">
          <a:xfrm>
            <a:off x="8932864" y="3489326"/>
            <a:ext cx="17351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a:solidFill>
                  <a:schemeClr val="tx1"/>
                </a:solidFill>
                <a:latin typeface="Times New Roman" panose="02020603050405020304" pitchFamily="18" charset="0"/>
                <a:ea typeface="ＭＳ Ｐゴシック" panose="020B0600070205080204" pitchFamily="34" charset="-128"/>
              </a:defRPr>
            </a:lvl1pPr>
            <a:lvl2pPr marL="742950" indent="-285750">
              <a:defRPr sz="3200">
                <a:solidFill>
                  <a:schemeClr val="tx1"/>
                </a:solidFill>
                <a:latin typeface="Times New Roman" panose="02020603050405020304" pitchFamily="18" charset="0"/>
                <a:ea typeface="ＭＳ Ｐゴシック" panose="020B0600070205080204" pitchFamily="34" charset="-128"/>
              </a:defRPr>
            </a:lvl2pPr>
            <a:lvl3pPr marL="1143000" indent="-228600">
              <a:defRPr sz="3200">
                <a:solidFill>
                  <a:schemeClr val="tx1"/>
                </a:solidFill>
                <a:latin typeface="Times New Roman" panose="02020603050405020304" pitchFamily="18" charset="0"/>
                <a:ea typeface="ＭＳ Ｐゴシック" panose="020B0600070205080204" pitchFamily="34" charset="-128"/>
              </a:defRPr>
            </a:lvl3pPr>
            <a:lvl4pPr marL="1600200" indent="-228600">
              <a:defRPr sz="3200">
                <a:solidFill>
                  <a:schemeClr val="tx1"/>
                </a:solidFill>
                <a:latin typeface="Times New Roman" panose="02020603050405020304" pitchFamily="18" charset="0"/>
                <a:ea typeface="ＭＳ Ｐゴシック" panose="020B0600070205080204" pitchFamily="34" charset="-128"/>
              </a:defRPr>
            </a:lvl4pPr>
            <a:lvl5pPr marL="2057400" indent="-228600">
              <a:defRPr sz="3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tLang="en-US" sz="2000">
                <a:solidFill>
                  <a:schemeClr val="bg1"/>
                </a:solidFill>
                <a:latin typeface="Helvetica" panose="020B0604020202020204" pitchFamily="34" charset="0"/>
                <a:cs typeface="Arial" panose="020B0604020202020204" pitchFamily="34" charset="0"/>
              </a:rPr>
              <a:t>Illustration shows total head movement of 640 cylinders.</a:t>
            </a:r>
          </a:p>
        </p:txBody>
      </p:sp>
      <p:sp>
        <p:nvSpPr>
          <p:cNvPr id="2" name="Content Placeholder 1"/>
          <p:cNvSpPr>
            <a:spLocks noGrp="1"/>
          </p:cNvSpPr>
          <p:nvPr>
            <p:ph idx="1"/>
          </p:nvPr>
        </p:nvSpPr>
        <p:spPr/>
        <p:txBody>
          <a:bodyPr/>
          <a:lstStyle/>
          <a:p>
            <a:r>
              <a:rPr lang="en-IN" dirty="0" smtClean="0"/>
              <a:t>1,36,16,34,9,12</a:t>
            </a:r>
          </a:p>
          <a:p>
            <a:r>
              <a:rPr lang="en-IN" dirty="0" smtClean="0"/>
              <a:t>Disk head 11.</a:t>
            </a:r>
          </a:p>
          <a:p>
            <a:endParaRPr lang="en-US" dirty="0"/>
          </a:p>
        </p:txBody>
      </p:sp>
    </p:spTree>
    <p:extLst>
      <p:ext uri="{BB962C8B-B14F-4D97-AF65-F5344CB8AC3E}">
        <p14:creationId xmlns:p14="http://schemas.microsoft.com/office/powerpoint/2010/main" val="3017266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pPr eaLnBrk="1" hangingPunct="1">
              <a:defRPr/>
            </a:pPr>
            <a:r>
              <a:rPr lang="en-US" b="1" dirty="0">
                <a:latin typeface="Times New Roman" panose="02020603050405020304" pitchFamily="18" charset="0"/>
                <a:cs typeface="Times New Roman" panose="02020603050405020304" pitchFamily="18" charset="0"/>
              </a:rPr>
              <a:t>Shortest Seek Time First (SSTF)</a:t>
            </a:r>
          </a:p>
        </p:txBody>
      </p:sp>
      <p:sp>
        <p:nvSpPr>
          <p:cNvPr id="92163" name="Rectangle 3"/>
          <p:cNvSpPr>
            <a:spLocks noGrp="1" noChangeArrowheads="1"/>
          </p:cNvSpPr>
          <p:nvPr>
            <p:ph type="body" idx="1"/>
          </p:nvPr>
        </p:nvSpPr>
        <p:spPr>
          <a:xfrm>
            <a:off x="1200151" y="1690688"/>
            <a:ext cx="9067799" cy="4371975"/>
          </a:xfrm>
        </p:spPr>
        <p:txBody>
          <a:bodyPr/>
          <a:lstStyle/>
          <a:p>
            <a:pPr algn="just" eaLnBrk="1" hangingPunct="1"/>
            <a:r>
              <a:rPr lang="en-US" altLang="en-US" dirty="0" smtClean="0">
                <a:latin typeface="Cambria" panose="02040503050406030204" pitchFamily="18" charset="0"/>
              </a:rPr>
              <a:t>Selects the request with the minimum seek time from the current head position.</a:t>
            </a:r>
          </a:p>
          <a:p>
            <a:pPr algn="just" eaLnBrk="1" hangingPunct="1"/>
            <a:r>
              <a:rPr lang="en-US" altLang="en-US" dirty="0" smtClean="0">
                <a:latin typeface="Cambria" panose="02040503050406030204" pitchFamily="18" charset="0"/>
              </a:rPr>
              <a:t>Also called Shortest Seek Distance First (SSDF) – It’s easier to compute distances.</a:t>
            </a:r>
          </a:p>
          <a:p>
            <a:pPr algn="just" eaLnBrk="1" hangingPunct="1"/>
            <a:r>
              <a:rPr lang="en-US" altLang="en-US" dirty="0" smtClean="0">
                <a:latin typeface="Cambria" panose="02040503050406030204" pitchFamily="18" charset="0"/>
              </a:rPr>
              <a:t>It’s biased in favor of the middle cylinders requests.  </a:t>
            </a:r>
          </a:p>
          <a:p>
            <a:pPr algn="just" eaLnBrk="1" hangingPunct="1"/>
            <a:r>
              <a:rPr lang="en-US" altLang="en-US" dirty="0" smtClean="0">
                <a:latin typeface="Cambria" panose="02040503050406030204" pitchFamily="18" charset="0"/>
              </a:rPr>
              <a:t>SSTF scheduling is a form of SJF scheduling; may cause starvation of some requests.</a:t>
            </a:r>
          </a:p>
        </p:txBody>
      </p:sp>
    </p:spTree>
    <p:extLst>
      <p:ext uri="{BB962C8B-B14F-4D97-AF65-F5344CB8AC3E}">
        <p14:creationId xmlns:p14="http://schemas.microsoft.com/office/powerpoint/2010/main" val="42700584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Title 4"/>
          <p:cNvSpPr>
            <a:spLocks noGrp="1"/>
          </p:cNvSpPr>
          <p:nvPr>
            <p:ph type="title"/>
          </p:nvPr>
        </p:nvSpPr>
        <p:spPr/>
        <p:txBody>
          <a:bodyPr/>
          <a:lstStyle/>
          <a:p>
            <a:pPr eaLnBrk="1" hangingPunct="1">
              <a:defRPr/>
            </a:pPr>
            <a:r>
              <a:rPr lang="en-US" b="1" dirty="0" smtClean="0">
                <a:latin typeface="Times New Roman" panose="02020603050405020304" pitchFamily="18" charset="0"/>
                <a:ea typeface="ＭＳ Ｐゴシック" pitchFamily="34" charset="-128"/>
                <a:cs typeface="Times New Roman" panose="02020603050405020304" pitchFamily="18" charset="0"/>
              </a:rPr>
              <a:t>SSF (Shortest Seek Time First)</a:t>
            </a:r>
          </a:p>
        </p:txBody>
      </p:sp>
      <p:sp>
        <p:nvSpPr>
          <p:cNvPr id="87043" name="Content Placeholder 5"/>
          <p:cNvSpPr>
            <a:spLocks noGrp="1"/>
          </p:cNvSpPr>
          <p:nvPr>
            <p:ph idx="1"/>
          </p:nvPr>
        </p:nvSpPr>
        <p:spPr>
          <a:xfrm>
            <a:off x="1524000" y="4267200"/>
            <a:ext cx="9144000" cy="2286000"/>
          </a:xfrm>
        </p:spPr>
        <p:txBody>
          <a:bodyPr/>
          <a:lstStyle/>
          <a:p>
            <a:pPr eaLnBrk="1" hangingPunct="1"/>
            <a:r>
              <a:rPr lang="en-US" altLang="en-US" sz="2200" dirty="0">
                <a:latin typeface="Cambria" panose="02040503050406030204" pitchFamily="18" charset="0"/>
                <a:ea typeface="ＭＳ Ｐゴシック" panose="020B0600070205080204" pitchFamily="34" charset="-128"/>
              </a:rPr>
              <a:t>While head is on cylinder 11, requests for 1,36,16,34,9,12 come in</a:t>
            </a:r>
          </a:p>
          <a:p>
            <a:pPr eaLnBrk="1" hangingPunct="1"/>
            <a:r>
              <a:rPr lang="en-US" altLang="en-US" sz="2200" dirty="0">
                <a:latin typeface="Cambria" panose="02040503050406030204" pitchFamily="18" charset="0"/>
                <a:ea typeface="ＭＳ Ｐゴシック" panose="020B0600070205080204" pitchFamily="34" charset="-128"/>
              </a:rPr>
              <a:t>FCFS would result in total of 111 cylinders</a:t>
            </a:r>
          </a:p>
          <a:p>
            <a:pPr eaLnBrk="1" hangingPunct="1"/>
            <a:r>
              <a:rPr lang="en-US" altLang="en-US" sz="2200" dirty="0">
                <a:latin typeface="Cambria" panose="02040503050406030204" pitchFamily="18" charset="0"/>
                <a:ea typeface="ＭＳ Ｐゴシック" panose="020B0600070205080204" pitchFamily="34" charset="-128"/>
              </a:rPr>
              <a:t>SSF would require 1,3,7,15,33,2 movements for a total of 61 cylinders</a:t>
            </a:r>
          </a:p>
        </p:txBody>
      </p:sp>
      <p:pic>
        <p:nvPicPr>
          <p:cNvPr id="942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0714" y="1274763"/>
            <a:ext cx="8410575"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888065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Effect transition="in" filter="fade">
                                      <p:cBhvr>
                                        <p:cTn id="7" dur="2000"/>
                                        <p:tgtEl>
                                          <p:spTgt spid="870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7043">
                                            <p:txEl>
                                              <p:pRg st="1" end="1"/>
                                            </p:txEl>
                                          </p:spTgt>
                                        </p:tgtEl>
                                        <p:attrNameLst>
                                          <p:attrName>style.visibility</p:attrName>
                                        </p:attrNameLst>
                                      </p:cBhvr>
                                      <p:to>
                                        <p:strVal val="visible"/>
                                      </p:to>
                                    </p:set>
                                    <p:animEffect transition="in" filter="fade">
                                      <p:cBhvr>
                                        <p:cTn id="12" dur="2000"/>
                                        <p:tgtEl>
                                          <p:spTgt spid="870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7043">
                                            <p:txEl>
                                              <p:pRg st="2" end="2"/>
                                            </p:txEl>
                                          </p:spTgt>
                                        </p:tgtEl>
                                        <p:attrNameLst>
                                          <p:attrName>style.visibility</p:attrName>
                                        </p:attrNameLst>
                                      </p:cBhvr>
                                      <p:to>
                                        <p:strVal val="visible"/>
                                      </p:to>
                                    </p:set>
                                    <p:animEffect transition="in" filter="fade">
                                      <p:cBhvr>
                                        <p:cTn id="17" dur="2000"/>
                                        <p:tgtEl>
                                          <p:spTgt spid="870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Title 4"/>
          <p:cNvSpPr>
            <a:spLocks noGrp="1"/>
          </p:cNvSpPr>
          <p:nvPr>
            <p:ph type="title"/>
          </p:nvPr>
        </p:nvSpPr>
        <p:spPr/>
        <p:txBody>
          <a:bodyPr/>
          <a:lstStyle/>
          <a:p>
            <a:pPr eaLnBrk="1" hangingPunct="1">
              <a:defRPr/>
            </a:pPr>
            <a:r>
              <a:rPr lang="en-US" dirty="0" smtClean="0">
                <a:solidFill>
                  <a:srgbClr val="FF0000"/>
                </a:solidFill>
                <a:ea typeface="ＭＳ Ｐゴシック" pitchFamily="34" charset="-128"/>
              </a:rPr>
              <a:t>SSF (Shortest Seek Time First)</a:t>
            </a:r>
          </a:p>
        </p:txBody>
      </p:sp>
      <p:sp>
        <p:nvSpPr>
          <p:cNvPr id="87043" name="Content Placeholder 5"/>
          <p:cNvSpPr>
            <a:spLocks noGrp="1"/>
          </p:cNvSpPr>
          <p:nvPr>
            <p:ph idx="1"/>
          </p:nvPr>
        </p:nvSpPr>
        <p:spPr>
          <a:xfrm>
            <a:off x="1524000" y="4267200"/>
            <a:ext cx="9144000" cy="2286000"/>
          </a:xfrm>
        </p:spPr>
        <p:txBody>
          <a:bodyPr/>
          <a:lstStyle/>
          <a:p>
            <a:pPr eaLnBrk="1" hangingPunct="1"/>
            <a:endParaRPr lang="en-US" altLang="en-US" sz="2200" dirty="0">
              <a:ea typeface="ＭＳ Ｐゴシック" panose="020B0600070205080204" pitchFamily="34" charset="-128"/>
            </a:endParaRPr>
          </a:p>
        </p:txBody>
      </p:sp>
      <p:pic>
        <p:nvPicPr>
          <p:cNvPr id="5" name="Picture 4"/>
          <p:cNvPicPr>
            <a:picLocks noGrp="1" noChangeAspect="1" noChangeArrowheads="1"/>
          </p:cNvPicPr>
          <p:nvPr/>
        </p:nvPicPr>
        <p:blipFill>
          <a:blip r:embed="rId2">
            <a:extLst>
              <a:ext uri="{28A0092B-C50C-407E-A947-70E740481C1C}">
                <a14:useLocalDpi xmlns:a14="http://schemas.microsoft.com/office/drawing/2010/main" val="0"/>
              </a:ext>
            </a:extLst>
          </a:blip>
          <a:srcRect l="829" t="6129" r="829" b="6129"/>
          <a:stretch>
            <a:fillRect/>
          </a:stretch>
        </p:blipFill>
        <p:spPr bwMode="auto">
          <a:xfrm>
            <a:off x="2127250" y="1511300"/>
            <a:ext cx="6908800"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1912938" y="5992812"/>
            <a:ext cx="6518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algn="r" rtl="1"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algn="r" rtl="1"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algn="r" rtl="1"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algn="r" rtl="1"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rtl="0">
              <a:spcBef>
                <a:spcPct val="50000"/>
              </a:spcBef>
            </a:pPr>
            <a:r>
              <a:rPr lang="en-US" altLang="en-US" sz="2000" dirty="0">
                <a:latin typeface="Helvetica" panose="020B0604020202020204" pitchFamily="34" charset="0"/>
              </a:rPr>
              <a:t>Illustration shows total head movement of </a:t>
            </a:r>
            <a:r>
              <a:rPr lang="en-US" altLang="en-US" dirty="0"/>
              <a:t>236</a:t>
            </a:r>
            <a:r>
              <a:rPr lang="en-US" altLang="en-US" sz="2000" dirty="0">
                <a:latin typeface="Helvetica" panose="020B0604020202020204" pitchFamily="34" charset="0"/>
              </a:rPr>
              <a:t> cylinders.</a:t>
            </a:r>
          </a:p>
        </p:txBody>
      </p:sp>
    </p:spTree>
    <p:extLst>
      <p:ext uri="{BB962C8B-B14F-4D97-AF65-F5344CB8AC3E}">
        <p14:creationId xmlns:p14="http://schemas.microsoft.com/office/powerpoint/2010/main" val="158350903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7043">
                                            <p:txEl>
                                              <p:pRg st="0" end="0"/>
                                            </p:txEl>
                                          </p:spTgt>
                                        </p:tgtEl>
                                        <p:attrNameLst>
                                          <p:attrName>style.visibility</p:attrName>
                                        </p:attrNameLst>
                                      </p:cBhvr>
                                      <p:to>
                                        <p:strVal val="visible"/>
                                      </p:to>
                                    </p:set>
                                    <p:animEffect transition="in" filter="fade">
                                      <p:cBhvr>
                                        <p:cTn id="7" dur="2000"/>
                                        <p:tgtEl>
                                          <p:spTgt spid="870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6537" y="-39930"/>
            <a:ext cx="7847463" cy="4978542"/>
          </a:xfrm>
          <a:prstGeom prst="rect">
            <a:avLst/>
          </a:prstGeom>
        </p:spPr>
        <p:txBody>
          <a:bodyPr wrap="square">
            <a:spAutoFit/>
          </a:bodyPr>
          <a:lstStyle/>
          <a:p>
            <a:pPr marL="569595" marR="445135" indent="227965">
              <a:lnSpc>
                <a:spcPct val="288000"/>
              </a:lnSpc>
              <a:spcBef>
                <a:spcPts val="220"/>
              </a:spcBef>
              <a:spcAft>
                <a:spcPts val="800"/>
              </a:spcAft>
              <a:tabLst>
                <a:tab pos="1026795" algn="l"/>
              </a:tabLst>
            </a:pPr>
            <a:r>
              <a:rPr lang="en-US" sz="2000" b="1" dirty="0">
                <a:latin typeface="Calibri" panose="020F0502020204030204" pitchFamily="34" charset="0"/>
                <a:ea typeface="Calibri" panose="020F0502020204030204" pitchFamily="34" charset="0"/>
                <a:cs typeface="Times New Roman" panose="02020603050405020304" pitchFamily="18" charset="0"/>
              </a:rPr>
              <a:t>LOOK (Elevator) disk arm</a:t>
            </a:r>
            <a:r>
              <a:rPr lang="en-US" sz="2000" b="1" spc="-70" dirty="0">
                <a:latin typeface="Calibri" panose="020F0502020204030204" pitchFamily="34" charset="0"/>
                <a:ea typeface="Calibri" panose="020F0502020204030204" pitchFamily="34" charset="0"/>
                <a:cs typeface="Times New Roman" panose="02020603050405020304" pitchFamily="18" charset="0"/>
              </a:rPr>
              <a:t> </a:t>
            </a:r>
            <a:r>
              <a:rPr lang="en-US" sz="2000" b="1" dirty="0">
                <a:latin typeface="Calibri" panose="020F0502020204030204" pitchFamily="34" charset="0"/>
                <a:ea typeface="Calibri" panose="020F0502020204030204" pitchFamily="34" charset="0"/>
                <a:cs typeface="Times New Roman" panose="02020603050405020304" pitchFamily="18" charset="0"/>
              </a:rPr>
              <a:t>scheduling</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r>
              <a:rPr lang="en-US" sz="1400" b="1" dirty="0">
                <a:latin typeface="Calibri" panose="020F0502020204030204" pitchFamily="34" charset="0"/>
                <a:ea typeface="Calibri" panose="020F0502020204030204" pitchFamily="34" charset="0"/>
              </a:rPr>
              <a:t> </a:t>
            </a:r>
            <a:endParaRPr lang="en-US" sz="1400" dirty="0">
              <a:latin typeface="Calibri" panose="020F0502020204030204" pitchFamily="34" charset="0"/>
              <a:ea typeface="Calibri" panose="020F0502020204030204" pitchFamily="34" charset="0"/>
            </a:endParaRPr>
          </a:p>
          <a:p>
            <a:r>
              <a:rPr lang="en-US" sz="1400" b="1" dirty="0">
                <a:latin typeface="Calibri" panose="020F0502020204030204" pitchFamily="34" charset="0"/>
                <a:ea typeface="Calibri" panose="020F0502020204030204" pitchFamily="34" charset="0"/>
              </a:rPr>
              <a:t> </a:t>
            </a:r>
            <a:endParaRPr lang="en-US" sz="1400" dirty="0">
              <a:latin typeface="Calibri" panose="020F0502020204030204" pitchFamily="34" charset="0"/>
              <a:ea typeface="Calibri" panose="020F0502020204030204" pitchFamily="34" charset="0"/>
            </a:endParaRPr>
          </a:p>
          <a:p>
            <a:r>
              <a:rPr lang="en-US" sz="1400" b="1" dirty="0">
                <a:latin typeface="Calibri" panose="020F0502020204030204" pitchFamily="34" charset="0"/>
                <a:ea typeface="Calibri" panose="020F0502020204030204" pitchFamily="34" charset="0"/>
              </a:rPr>
              <a:t> </a:t>
            </a:r>
            <a:r>
              <a:rPr lang="en-US" b="1" dirty="0">
                <a:latin typeface="Calibri" panose="020F0502020204030204" pitchFamily="34" charset="0"/>
                <a:ea typeface="Calibri" panose="020F0502020204030204" pitchFamily="34" charset="0"/>
              </a:rPr>
              <a:t> </a:t>
            </a:r>
            <a:endParaRPr lang="en-US" sz="1400" dirty="0">
              <a:latin typeface="Calibri" panose="020F0502020204030204" pitchFamily="34" charset="0"/>
              <a:ea typeface="Calibri" panose="020F0502020204030204" pitchFamily="34" charset="0"/>
            </a:endParaRPr>
          </a:p>
          <a:p>
            <a:pPr marL="342900" marR="71755" lvl="0" indent="-342900">
              <a:lnSpc>
                <a:spcPct val="11500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Keep moving in the same direction until there are no more outstanding requests pending in that direction, then algorithm switches the</a:t>
            </a:r>
            <a:r>
              <a:rPr lang="en-US" spc="-135" dirty="0">
                <a:latin typeface="Calibri" panose="020F0502020204030204" pitchFamily="34" charset="0"/>
                <a:ea typeface="Symbol" panose="05050102010706020507" pitchFamily="18" charset="2"/>
                <a:cs typeface="Symbol" panose="05050102010706020507" pitchFamily="18" charset="2"/>
              </a:rPr>
              <a:t> </a:t>
            </a:r>
            <a:r>
              <a:rPr lang="en-US" dirty="0">
                <a:latin typeface="Calibri" panose="020F0502020204030204" pitchFamily="34" charset="0"/>
                <a:ea typeface="Symbol" panose="05050102010706020507" pitchFamily="18" charset="2"/>
                <a:cs typeface="Symbol" panose="05050102010706020507" pitchFamily="18" charset="2"/>
              </a:rPr>
              <a:t>direction.</a:t>
            </a:r>
            <a:endParaRPr lang="en-US" sz="1200" dirty="0">
              <a:latin typeface="Calibri" panose="020F0502020204030204" pitchFamily="34" charset="0"/>
              <a:ea typeface="Symbol" panose="05050102010706020507" pitchFamily="18" charset="2"/>
              <a:cs typeface="Symbol" panose="05050102010706020507" pitchFamily="18" charset="2"/>
            </a:endParaRPr>
          </a:p>
          <a:p>
            <a:pPr marL="342900" marR="66040" lvl="0" indent="-342900">
              <a:lnSpc>
                <a:spcPct val="11500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After switching the direction the arm will move to handle any request on the way. Here first go it moves in up direction then goes in down</a:t>
            </a:r>
            <a:r>
              <a:rPr lang="en-US" spc="-100" dirty="0">
                <a:latin typeface="Calibri" panose="020F0502020204030204" pitchFamily="34" charset="0"/>
                <a:ea typeface="Symbol" panose="05050102010706020507" pitchFamily="18" charset="2"/>
                <a:cs typeface="Symbol" panose="05050102010706020507" pitchFamily="18" charset="2"/>
              </a:rPr>
              <a:t> </a:t>
            </a:r>
            <a:r>
              <a:rPr lang="en-US" dirty="0">
                <a:latin typeface="Calibri" panose="020F0502020204030204" pitchFamily="34" charset="0"/>
                <a:ea typeface="Symbol" panose="05050102010706020507" pitchFamily="18" charset="2"/>
                <a:cs typeface="Symbol" panose="05050102010706020507" pitchFamily="18" charset="2"/>
              </a:rPr>
              <a:t>direction.</a:t>
            </a:r>
            <a:endParaRPr lang="en-US" sz="1200" dirty="0">
              <a:latin typeface="Calibri" panose="020F0502020204030204" pitchFamily="34" charset="0"/>
              <a:ea typeface="Symbol" panose="05050102010706020507" pitchFamily="18" charset="2"/>
              <a:cs typeface="Symbol" panose="05050102010706020507" pitchFamily="18" charset="2"/>
            </a:endParaRPr>
          </a:p>
          <a:p>
            <a:pPr marL="342900" marR="0" lvl="0" indent="-342900">
              <a:lnSpc>
                <a:spcPts val="152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This is also called as elevator</a:t>
            </a:r>
            <a:r>
              <a:rPr lang="en-US" spc="-70" dirty="0">
                <a:latin typeface="Calibri" panose="020F0502020204030204" pitchFamily="34" charset="0"/>
                <a:ea typeface="Symbol" panose="05050102010706020507" pitchFamily="18" charset="2"/>
                <a:cs typeface="Symbol" panose="05050102010706020507" pitchFamily="18" charset="2"/>
              </a:rPr>
              <a:t> </a:t>
            </a:r>
            <a:r>
              <a:rPr lang="en-US" dirty="0">
                <a:latin typeface="Calibri" panose="020F0502020204030204" pitchFamily="34" charset="0"/>
                <a:ea typeface="Symbol" panose="05050102010706020507" pitchFamily="18" charset="2"/>
                <a:cs typeface="Symbol" panose="05050102010706020507" pitchFamily="18" charset="2"/>
              </a:rPr>
              <a:t>algorithm.</a:t>
            </a:r>
            <a:endParaRPr lang="en-US" sz="1200" dirty="0">
              <a:latin typeface="Calibri" panose="020F0502020204030204" pitchFamily="34" charset="0"/>
              <a:ea typeface="Symbol" panose="05050102010706020507" pitchFamily="18" charset="2"/>
              <a:cs typeface="Symbol" panose="05050102010706020507" pitchFamily="18" charset="2"/>
            </a:endParaRPr>
          </a:p>
          <a:p>
            <a:pPr marL="342900" marR="66040" lvl="0" indent="-342900">
              <a:lnSpc>
                <a:spcPct val="115000"/>
              </a:lnSpc>
              <a:spcBef>
                <a:spcPts val="22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In the </a:t>
            </a:r>
            <a:r>
              <a:rPr lang="en-US" b="1" dirty="0">
                <a:latin typeface="Calibri" panose="020F0502020204030204" pitchFamily="34" charset="0"/>
                <a:ea typeface="Symbol" panose="05050102010706020507" pitchFamily="18" charset="2"/>
                <a:cs typeface="Symbol" panose="05050102010706020507" pitchFamily="18" charset="2"/>
              </a:rPr>
              <a:t>elevator algorithm</a:t>
            </a:r>
            <a:r>
              <a:rPr lang="en-US" dirty="0">
                <a:latin typeface="Calibri" panose="020F0502020204030204" pitchFamily="34" charset="0"/>
                <a:ea typeface="Symbol" panose="05050102010706020507" pitchFamily="18" charset="2"/>
                <a:cs typeface="Symbol" panose="05050102010706020507" pitchFamily="18" charset="2"/>
              </a:rPr>
              <a:t>, the software maintains 1 bit: the current direction bit, which takes the value either </a:t>
            </a:r>
            <a:r>
              <a:rPr lang="en-US" i="1" dirty="0">
                <a:latin typeface="Calibri" panose="020F0502020204030204" pitchFamily="34" charset="0"/>
                <a:ea typeface="Symbol" panose="05050102010706020507" pitchFamily="18" charset="2"/>
                <a:cs typeface="Symbol" panose="05050102010706020507" pitchFamily="18" charset="2"/>
              </a:rPr>
              <a:t>UP </a:t>
            </a:r>
            <a:r>
              <a:rPr lang="en-US" dirty="0">
                <a:latin typeface="Calibri" panose="020F0502020204030204" pitchFamily="34" charset="0"/>
                <a:ea typeface="Symbol" panose="05050102010706020507" pitchFamily="18" charset="2"/>
                <a:cs typeface="Symbol" panose="05050102010706020507" pitchFamily="18" charset="2"/>
              </a:rPr>
              <a:t>or</a:t>
            </a:r>
            <a:r>
              <a:rPr lang="en-US" spc="-55" dirty="0">
                <a:latin typeface="Calibri" panose="020F0502020204030204" pitchFamily="34" charset="0"/>
                <a:ea typeface="Symbol" panose="05050102010706020507" pitchFamily="18" charset="2"/>
                <a:cs typeface="Symbol" panose="05050102010706020507" pitchFamily="18" charset="2"/>
              </a:rPr>
              <a:t> </a:t>
            </a:r>
            <a:r>
              <a:rPr lang="en-US" i="1" dirty="0">
                <a:latin typeface="Calibri" panose="020F0502020204030204" pitchFamily="34" charset="0"/>
                <a:ea typeface="Symbol" panose="05050102010706020507" pitchFamily="18" charset="2"/>
                <a:cs typeface="Symbol" panose="05050102010706020507" pitchFamily="18" charset="2"/>
              </a:rPr>
              <a:t>DOWN</a:t>
            </a:r>
            <a:r>
              <a:rPr lang="en-US" dirty="0">
                <a:latin typeface="Calibri" panose="020F0502020204030204" pitchFamily="34" charset="0"/>
                <a:ea typeface="Symbol" panose="05050102010706020507" pitchFamily="18" charset="2"/>
                <a:cs typeface="Symbol" panose="05050102010706020507" pitchFamily="18" charset="2"/>
              </a:rPr>
              <a:t>.</a:t>
            </a:r>
            <a:endParaRPr lang="en-US" sz="1200" dirty="0">
              <a:latin typeface="Calibri" panose="020F0502020204030204" pitchFamily="34" charset="0"/>
              <a:ea typeface="Symbol" panose="05050102010706020507" pitchFamily="18" charset="2"/>
              <a:cs typeface="Symbol" panose="05050102010706020507" pitchFamily="18" charset="2"/>
            </a:endParaRPr>
          </a:p>
          <a:p>
            <a:pPr marL="342900" marR="0" lvl="0" indent="-342900">
              <a:lnSpc>
                <a:spcPts val="152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As per LOOK request will be satisfied in order </a:t>
            </a:r>
            <a:r>
              <a:rPr lang="en-US" b="1" dirty="0">
                <a:latin typeface="Calibri" panose="020F0502020204030204" pitchFamily="34" charset="0"/>
                <a:ea typeface="Symbol" panose="05050102010706020507" pitchFamily="18" charset="2"/>
                <a:cs typeface="Symbol" panose="05050102010706020507" pitchFamily="18" charset="2"/>
              </a:rPr>
              <a:t>11, 12, 16, 34, 36, 9,</a:t>
            </a:r>
            <a:r>
              <a:rPr lang="en-US" b="1" spc="-90" dirty="0">
                <a:latin typeface="Calibri" panose="020F0502020204030204" pitchFamily="34" charset="0"/>
                <a:ea typeface="Symbol" panose="05050102010706020507" pitchFamily="18" charset="2"/>
                <a:cs typeface="Symbol" panose="05050102010706020507" pitchFamily="18" charset="2"/>
              </a:rPr>
              <a:t> </a:t>
            </a:r>
            <a:r>
              <a:rPr lang="en-US" b="1" dirty="0">
                <a:latin typeface="Calibri" panose="020F0502020204030204" pitchFamily="34" charset="0"/>
                <a:ea typeface="Symbol" panose="05050102010706020507" pitchFamily="18" charset="2"/>
                <a:cs typeface="Symbol" panose="05050102010706020507" pitchFamily="18" charset="2"/>
              </a:rPr>
              <a:t>1.</a:t>
            </a:r>
            <a:endParaRPr lang="en-US" sz="1200" dirty="0">
              <a:latin typeface="Calibri" panose="020F0502020204030204" pitchFamily="34" charset="0"/>
              <a:ea typeface="Symbol" panose="05050102010706020507" pitchFamily="18" charset="2"/>
              <a:cs typeface="Symbol" panose="05050102010706020507" pitchFamily="18" charset="2"/>
            </a:endParaRPr>
          </a:p>
          <a:p>
            <a:pPr marL="569595" marR="434975" indent="227965">
              <a:lnSpc>
                <a:spcPct val="152000"/>
              </a:lnSpc>
              <a:spcBef>
                <a:spcPts val="220"/>
              </a:spcBef>
              <a:spcAft>
                <a:spcPts val="45"/>
              </a:spcAft>
              <a:tabLst>
                <a:tab pos="1026795" algn="l"/>
              </a:tabLst>
            </a:pPr>
            <a:r>
              <a:rPr lang="en-US" dirty="0">
                <a:latin typeface="Symbol" panose="05050102010706020507" pitchFamily="18" charset="2"/>
                <a:ea typeface="Calibri" panose="020F0502020204030204" pitchFamily="34" charset="0"/>
              </a:rPr>
              <a:t>·</a:t>
            </a:r>
            <a:r>
              <a:rPr lang="en-US" dirty="0">
                <a:latin typeface="Times New Roman" panose="02020603050405020304" pitchFamily="18"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rPr>
              <a:t>Total cylinder movement: (12-11) + (16-12) + (34-16) + (36-34) + (36-9)</a:t>
            </a:r>
            <a:r>
              <a:rPr lang="en-US" spc="-125" dirty="0">
                <a:latin typeface="Calibri" panose="020F0502020204030204" pitchFamily="34" charset="0"/>
                <a:ea typeface="Calibri" panose="020F0502020204030204" pitchFamily="34" charset="0"/>
              </a:rPr>
              <a:t> </a:t>
            </a:r>
            <a:r>
              <a:rPr lang="en-US" dirty="0">
                <a:latin typeface="Calibri" panose="020F0502020204030204" pitchFamily="34" charset="0"/>
                <a:ea typeface="Calibri" panose="020F0502020204030204" pitchFamily="34" charset="0"/>
              </a:rPr>
              <a:t>+</a:t>
            </a:r>
            <a:r>
              <a:rPr lang="en-US" spc="-20" dirty="0">
                <a:latin typeface="Calibri" panose="020F0502020204030204" pitchFamily="34" charset="0"/>
                <a:ea typeface="Calibri" panose="020F0502020204030204" pitchFamily="34" charset="0"/>
              </a:rPr>
              <a:t> </a:t>
            </a:r>
            <a:r>
              <a:rPr lang="en-US" dirty="0">
                <a:latin typeface="Calibri" panose="020F0502020204030204" pitchFamily="34" charset="0"/>
                <a:ea typeface="Calibri" panose="020F0502020204030204" pitchFamily="34" charset="0"/>
              </a:rPr>
              <a:t>(9-1)</a:t>
            </a:r>
            <a:r>
              <a:rPr lang="en-US" b="1" dirty="0">
                <a:latin typeface="Calibri" panose="020F0502020204030204" pitchFamily="34" charset="0"/>
                <a:ea typeface="Calibri" panose="020F0502020204030204" pitchFamily="34" charset="0"/>
              </a:rPr>
              <a:t>=60</a:t>
            </a:r>
            <a:r>
              <a:rPr lang="en-US" sz="1400" b="1" dirty="0">
                <a:latin typeface="Calibri" panose="020F0502020204030204" pitchFamily="34" charset="0"/>
                <a:ea typeface="Calibri" panose="020F0502020204030204" pitchFamily="34" charset="0"/>
              </a:rPr>
              <a:t> </a:t>
            </a:r>
            <a:endParaRPr lang="en-US"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4906898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 GRAPH</a:t>
            </a:r>
            <a:br>
              <a:rPr lang="en-US" dirty="0" smtClean="0"/>
            </a:br>
            <a:endParaRPr lang="en-US" dirty="0"/>
          </a:p>
        </p:txBody>
      </p:sp>
      <p:pic>
        <p:nvPicPr>
          <p:cNvPr id="4" name="image118.png"/>
          <p:cNvPicPr>
            <a:picLocks noGrp="1"/>
          </p:cNvPicPr>
          <p:nvPr>
            <p:ph idx="1"/>
          </p:nvPr>
        </p:nvPicPr>
        <p:blipFill>
          <a:blip r:embed="rId2" cstate="print"/>
          <a:stretch>
            <a:fillRect/>
          </a:stretch>
        </p:blipFill>
        <p:spPr>
          <a:xfrm>
            <a:off x="1842448" y="1910687"/>
            <a:ext cx="7547212" cy="3875964"/>
          </a:xfrm>
          <a:prstGeom prst="rect">
            <a:avLst/>
          </a:prstGeom>
        </p:spPr>
      </p:pic>
    </p:spTree>
    <p:extLst>
      <p:ext uri="{BB962C8B-B14F-4D97-AF65-F5344CB8AC3E}">
        <p14:creationId xmlns:p14="http://schemas.microsoft.com/office/powerpoint/2010/main" val="18935895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55343" y="1609592"/>
            <a:ext cx="8952932" cy="2809359"/>
          </a:xfrm>
          <a:prstGeom prst="rect">
            <a:avLst/>
          </a:prstGeom>
        </p:spPr>
        <p:txBody>
          <a:bodyPr wrap="square">
            <a:spAutoFit/>
          </a:bodyPr>
          <a:lstStyle/>
          <a:p>
            <a:pPr marL="342900" marR="65405" lvl="0" indent="-342900">
              <a:lnSpc>
                <a:spcPct val="11500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From the current position disk arm starts in up direction and moves towards the end, serving all the pending requests until</a:t>
            </a:r>
            <a:r>
              <a:rPr lang="en-US" spc="-80" dirty="0">
                <a:latin typeface="Calibri" panose="020F0502020204030204" pitchFamily="34" charset="0"/>
                <a:ea typeface="Symbol" panose="05050102010706020507" pitchFamily="18" charset="2"/>
                <a:cs typeface="Symbol" panose="05050102010706020507" pitchFamily="18" charset="2"/>
              </a:rPr>
              <a:t> </a:t>
            </a:r>
            <a:r>
              <a:rPr lang="en-US" dirty="0">
                <a:latin typeface="Calibri" panose="020F0502020204030204" pitchFamily="34" charset="0"/>
                <a:ea typeface="Symbol" panose="05050102010706020507" pitchFamily="18" charset="2"/>
                <a:cs typeface="Symbol" panose="05050102010706020507" pitchFamily="18" charset="2"/>
              </a:rPr>
              <a:t>end.</a:t>
            </a:r>
            <a:endParaRPr lang="en-US" sz="1400" dirty="0">
              <a:latin typeface="Calibri" panose="020F0502020204030204" pitchFamily="34" charset="0"/>
              <a:ea typeface="Symbol" panose="05050102010706020507" pitchFamily="18" charset="2"/>
              <a:cs typeface="Symbol" panose="05050102010706020507" pitchFamily="18" charset="2"/>
            </a:endParaRPr>
          </a:p>
          <a:p>
            <a:pPr marL="342900" marR="65405" lvl="0" indent="-342900">
              <a:lnSpc>
                <a:spcPct val="11500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At that end arm direction is reversed (down) and moves towards the other end serving the pending requests on the</a:t>
            </a:r>
            <a:r>
              <a:rPr lang="en-US" spc="-85" dirty="0">
                <a:latin typeface="Calibri" panose="020F0502020204030204" pitchFamily="34" charset="0"/>
                <a:ea typeface="Symbol" panose="05050102010706020507" pitchFamily="18" charset="2"/>
                <a:cs typeface="Symbol" panose="05050102010706020507" pitchFamily="18" charset="2"/>
              </a:rPr>
              <a:t> </a:t>
            </a:r>
            <a:r>
              <a:rPr lang="en-US" dirty="0">
                <a:latin typeface="Calibri" panose="020F0502020204030204" pitchFamily="34" charset="0"/>
                <a:ea typeface="Symbol" panose="05050102010706020507" pitchFamily="18" charset="2"/>
                <a:cs typeface="Symbol" panose="05050102010706020507" pitchFamily="18" charset="2"/>
              </a:rPr>
              <a:t>way.</a:t>
            </a:r>
            <a:endParaRPr lang="en-US" sz="1400" dirty="0">
              <a:latin typeface="Calibri" panose="020F0502020204030204" pitchFamily="34" charset="0"/>
              <a:ea typeface="Symbol" panose="05050102010706020507" pitchFamily="18" charset="2"/>
              <a:cs typeface="Symbol" panose="05050102010706020507" pitchFamily="18" charset="2"/>
            </a:endParaRPr>
          </a:p>
          <a:p>
            <a:pPr marL="342900" marR="0" lvl="0" indent="-342900">
              <a:lnSpc>
                <a:spcPts val="1520"/>
              </a:lnSpc>
              <a:spcBef>
                <a:spcPts val="0"/>
              </a:spcBef>
              <a:spcAft>
                <a:spcPts val="0"/>
              </a:spcAft>
              <a:buSzPts val="1200"/>
              <a:buFont typeface="Symbol" panose="05050102010706020507" pitchFamily="18" charset="2"/>
              <a:buChar char=""/>
              <a:tabLst>
                <a:tab pos="1026795" algn="l"/>
                <a:tab pos="1027430" algn="l"/>
              </a:tabLst>
            </a:pPr>
            <a:r>
              <a:rPr lang="en-US" dirty="0">
                <a:latin typeface="Calibri" panose="020F0502020204030204" pitchFamily="34" charset="0"/>
                <a:ea typeface="Symbol" panose="05050102010706020507" pitchFamily="18" charset="2"/>
                <a:cs typeface="Symbol" panose="05050102010706020507" pitchFamily="18" charset="2"/>
              </a:rPr>
              <a:t>As per SCAN request will be satisfied in order: </a:t>
            </a:r>
            <a:r>
              <a:rPr lang="en-US" b="1" dirty="0">
                <a:latin typeface="Calibri" panose="020F0502020204030204" pitchFamily="34" charset="0"/>
                <a:ea typeface="Symbol" panose="05050102010706020507" pitchFamily="18" charset="2"/>
                <a:cs typeface="Symbol" panose="05050102010706020507" pitchFamily="18" charset="2"/>
              </a:rPr>
              <a:t>11, 12, 16, 34, 36, 50, 9,</a:t>
            </a:r>
            <a:r>
              <a:rPr lang="en-US" b="1" spc="-115" dirty="0">
                <a:latin typeface="Calibri" panose="020F0502020204030204" pitchFamily="34" charset="0"/>
                <a:ea typeface="Symbol" panose="05050102010706020507" pitchFamily="18" charset="2"/>
                <a:cs typeface="Symbol" panose="05050102010706020507" pitchFamily="18" charset="2"/>
              </a:rPr>
              <a:t> </a:t>
            </a:r>
            <a:r>
              <a:rPr lang="en-US" b="1" dirty="0">
                <a:latin typeface="Calibri" panose="020F0502020204030204" pitchFamily="34" charset="0"/>
                <a:ea typeface="Symbol" panose="05050102010706020507" pitchFamily="18" charset="2"/>
                <a:cs typeface="Symbol" panose="05050102010706020507" pitchFamily="18" charset="2"/>
              </a:rPr>
              <a:t>1</a:t>
            </a:r>
            <a:endParaRPr lang="en-US" sz="1400" dirty="0">
              <a:latin typeface="Calibri" panose="020F0502020204030204" pitchFamily="34" charset="0"/>
              <a:ea typeface="Symbol" panose="05050102010706020507" pitchFamily="18" charset="2"/>
              <a:cs typeface="Symbol" panose="05050102010706020507" pitchFamily="18" charset="2"/>
            </a:endParaRPr>
          </a:p>
          <a:p>
            <a:pPr marL="798195" marR="0" indent="0">
              <a:spcBef>
                <a:spcPts val="225"/>
              </a:spcBef>
              <a:spcAft>
                <a:spcPts val="0"/>
              </a:spcAft>
              <a:tabLst>
                <a:tab pos="1026795" algn="l"/>
              </a:tabLst>
            </a:pPr>
            <a:r>
              <a:rPr lang="en-US" dirty="0">
                <a:latin typeface="Symbol" panose="05050102010706020507" pitchFamily="18" charset="2"/>
                <a:ea typeface="Calibri" panose="020F0502020204030204" pitchFamily="34" charset="0"/>
              </a:rPr>
              <a:t>·</a:t>
            </a:r>
            <a:r>
              <a:rPr lang="en-US" dirty="0">
                <a:latin typeface="Times New Roman" panose="02020603050405020304" pitchFamily="18"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rPr>
              <a:t>Total cylinder movement: (12-11) + (16-12) + (34-16) +(36-34) +(50-36) + (50-9) + </a:t>
            </a:r>
            <a:r>
              <a:rPr lang="en-US" spc="195" dirty="0">
                <a:latin typeface="Calibri" panose="020F0502020204030204" pitchFamily="34" charset="0"/>
                <a:ea typeface="Calibri" panose="020F0502020204030204" pitchFamily="34" charset="0"/>
              </a:rPr>
              <a:t> </a:t>
            </a:r>
            <a:r>
              <a:rPr lang="en-US" dirty="0">
                <a:latin typeface="Calibri" panose="020F0502020204030204" pitchFamily="34" charset="0"/>
                <a:ea typeface="Calibri" panose="020F0502020204030204" pitchFamily="34" charset="0"/>
              </a:rPr>
              <a:t>(9-1)</a:t>
            </a:r>
            <a:endParaRPr lang="en-US" sz="1600" dirty="0">
              <a:latin typeface="Calibri" panose="020F0502020204030204" pitchFamily="34" charset="0"/>
              <a:ea typeface="Calibri" panose="020F0502020204030204" pitchFamily="34" charset="0"/>
            </a:endParaRPr>
          </a:p>
          <a:p>
            <a:pPr marL="1026795" marR="0">
              <a:lnSpc>
                <a:spcPct val="107000"/>
              </a:lnSpc>
              <a:spcBef>
                <a:spcPts val="225"/>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dirty="0">
                <a:latin typeface="Calibri" panose="020F0502020204030204" pitchFamily="34" charset="0"/>
                <a:ea typeface="Calibri" panose="020F0502020204030204" pitchFamily="34" charset="0"/>
                <a:cs typeface="Times New Roman" panose="02020603050405020304" pitchFamily="18" charset="0"/>
              </a:rPr>
              <a:t>88</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r>
              <a:rPr lang="en-US" sz="1600" b="1" dirty="0">
                <a:latin typeface="Calibri" panose="020F0502020204030204" pitchFamily="34" charset="0"/>
                <a:ea typeface="Calibri" panose="020F0502020204030204" pitchFamily="34" charset="0"/>
              </a:rPr>
              <a:t> </a:t>
            </a:r>
            <a:endParaRPr lang="en-US" sz="1600" dirty="0">
              <a:effectLst/>
              <a:latin typeface="Calibri" panose="020F0502020204030204" pitchFamily="34" charset="0"/>
              <a:ea typeface="Calibri" panose="020F0502020204030204" pitchFamily="34" charset="0"/>
            </a:endParaRPr>
          </a:p>
        </p:txBody>
      </p:sp>
      <p:sp>
        <p:nvSpPr>
          <p:cNvPr id="5" name="Title 4"/>
          <p:cNvSpPr>
            <a:spLocks noGrp="1"/>
          </p:cNvSpPr>
          <p:nvPr>
            <p:ph type="title"/>
          </p:nvPr>
        </p:nvSpPr>
        <p:spPr/>
        <p:txBody>
          <a:bodyPr/>
          <a:lstStyle/>
          <a:p>
            <a:r>
              <a:rPr lang="en-US" dirty="0" smtClean="0"/>
              <a:t>SCAN ALGORITHM</a:t>
            </a:r>
            <a:endParaRPr lang="en-US" dirty="0"/>
          </a:p>
        </p:txBody>
      </p:sp>
    </p:spTree>
    <p:extLst>
      <p:ext uri="{BB962C8B-B14F-4D97-AF65-F5344CB8AC3E}">
        <p14:creationId xmlns:p14="http://schemas.microsoft.com/office/powerpoint/2010/main" val="6619921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20.png"/>
          <p:cNvPicPr/>
          <p:nvPr/>
        </p:nvPicPr>
        <p:blipFill>
          <a:blip r:embed="rId2" cstate="print"/>
          <a:stretch>
            <a:fillRect/>
          </a:stretch>
        </p:blipFill>
        <p:spPr>
          <a:xfrm>
            <a:off x="2092679" y="2019870"/>
            <a:ext cx="5768431" cy="3301384"/>
          </a:xfrm>
          <a:prstGeom prst="rect">
            <a:avLst/>
          </a:prstGeom>
        </p:spPr>
      </p:pic>
      <p:sp>
        <p:nvSpPr>
          <p:cNvPr id="5" name="Title 4"/>
          <p:cNvSpPr>
            <a:spLocks noGrp="1"/>
          </p:cNvSpPr>
          <p:nvPr>
            <p:ph type="title"/>
          </p:nvPr>
        </p:nvSpPr>
        <p:spPr/>
        <p:txBody>
          <a:bodyPr/>
          <a:lstStyle/>
          <a:p>
            <a:r>
              <a:rPr lang="en-US" dirty="0" smtClean="0"/>
              <a:t>SCAN GRAPH</a:t>
            </a:r>
            <a:endParaRPr lang="en-US" dirty="0"/>
          </a:p>
        </p:txBody>
      </p:sp>
    </p:spTree>
    <p:extLst>
      <p:ext uri="{BB962C8B-B14F-4D97-AF65-F5344CB8AC3E}">
        <p14:creationId xmlns:p14="http://schemas.microsoft.com/office/powerpoint/2010/main" val="1515398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mtClean="0"/>
              <a:t>C-SCAN</a:t>
            </a:r>
          </a:p>
        </p:txBody>
      </p:sp>
      <p:sp>
        <p:nvSpPr>
          <p:cNvPr id="13315" name="Rectangle 3"/>
          <p:cNvSpPr>
            <a:spLocks noGrp="1" noChangeArrowheads="1"/>
          </p:cNvSpPr>
          <p:nvPr>
            <p:ph idx="1"/>
          </p:nvPr>
        </p:nvSpPr>
        <p:spPr/>
        <p:txBody>
          <a:bodyPr/>
          <a:lstStyle/>
          <a:p>
            <a:pPr eaLnBrk="1" hangingPunct="1"/>
            <a:r>
              <a:rPr lang="en-US" altLang="en-US" sz="2600" dirty="0"/>
              <a:t>Provides a more uniform wait time than SCAN.</a:t>
            </a:r>
          </a:p>
          <a:p>
            <a:pPr eaLnBrk="1" hangingPunct="1"/>
            <a:r>
              <a:rPr lang="en-US" altLang="en-US" sz="2600" dirty="0"/>
              <a:t>The head moves from one end of the disk to the other. servicing requests as it goes.  When it reaches the other end, however, it immediately returns to the beginning of the disk, without servicing any requests on the return trip.</a:t>
            </a:r>
          </a:p>
          <a:p>
            <a:pPr eaLnBrk="1" hangingPunct="1"/>
            <a:r>
              <a:rPr lang="en-US" altLang="en-US" sz="2600" dirty="0"/>
              <a:t>Treats the cylinders as a circular list that wraps around from the last cylinder to the first one</a:t>
            </a:r>
            <a:r>
              <a:rPr lang="en-US" altLang="en-US" sz="2600" dirty="0" smtClean="0"/>
              <a:t>.</a:t>
            </a:r>
          </a:p>
          <a:p>
            <a:pPr eaLnBrk="1" hangingPunct="1"/>
            <a:r>
              <a:rPr lang="en-US" altLang="en-US" sz="2600" dirty="0" smtClean="0"/>
              <a:t>382</a:t>
            </a:r>
            <a:endParaRPr lang="en-US" altLang="en-US" sz="2600" dirty="0"/>
          </a:p>
        </p:txBody>
      </p:sp>
      <p:sp>
        <p:nvSpPr>
          <p:cNvPr id="13316" name="Slide Number Placeholder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E54DCD8-1CDD-4AAD-8D6A-CC2D43E0A139}" type="slidenum">
              <a:rPr lang="en-US" altLang="en-US"/>
              <a:pPr/>
              <a:t>53</a:t>
            </a:fld>
            <a:endParaRPr lang="en-US" altLang="en-US"/>
          </a:p>
        </p:txBody>
      </p:sp>
    </p:spTree>
    <p:extLst>
      <p:ext uri="{BB962C8B-B14F-4D97-AF65-F5344CB8AC3E}">
        <p14:creationId xmlns:p14="http://schemas.microsoft.com/office/powerpoint/2010/main" val="16447456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C-SCAN (Cont.)</a:t>
            </a:r>
          </a:p>
        </p:txBody>
      </p:sp>
      <p:sp>
        <p:nvSpPr>
          <p:cNvPr id="14339" name="Slide Number Placeholder 4"/>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38ACF7D-604B-4042-A30A-DF83BC745748}" type="slidenum">
              <a:rPr lang="en-US" altLang="en-US"/>
              <a:pPr/>
              <a:t>54</a:t>
            </a:fld>
            <a:endParaRPr lang="en-US" altLang="en-US"/>
          </a:p>
        </p:txBody>
      </p:sp>
      <p:pic>
        <p:nvPicPr>
          <p:cNvPr id="14340" name="Picture 3"/>
          <p:cNvPicPr>
            <a:picLocks noChangeAspect="1" noChangeArrowheads="1"/>
          </p:cNvPicPr>
          <p:nvPr/>
        </p:nvPicPr>
        <p:blipFill>
          <a:blip r:embed="rId2">
            <a:extLst>
              <a:ext uri="{28A0092B-C50C-407E-A947-70E740481C1C}">
                <a14:useLocalDpi xmlns:a14="http://schemas.microsoft.com/office/drawing/2010/main" val="0"/>
              </a:ext>
            </a:extLst>
          </a:blip>
          <a:srcRect l="690" t="7787" r="714" b="7481"/>
          <a:stretch>
            <a:fillRect/>
          </a:stretch>
        </p:blipFill>
        <p:spPr bwMode="auto">
          <a:xfrm>
            <a:off x="3200401" y="1905001"/>
            <a:ext cx="6086475" cy="4183063"/>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2263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t>C-LOOK</a:t>
            </a:r>
          </a:p>
        </p:txBody>
      </p:sp>
      <p:sp>
        <p:nvSpPr>
          <p:cNvPr id="15363" name="Rectangle 3"/>
          <p:cNvSpPr>
            <a:spLocks noGrp="1" noChangeArrowheads="1"/>
          </p:cNvSpPr>
          <p:nvPr>
            <p:ph idx="1"/>
          </p:nvPr>
        </p:nvSpPr>
        <p:spPr/>
        <p:txBody>
          <a:bodyPr/>
          <a:lstStyle/>
          <a:p>
            <a:pPr eaLnBrk="1" hangingPunct="1"/>
            <a:r>
              <a:rPr lang="en-US" altLang="en-US" smtClean="0"/>
              <a:t>Version of C-SCAN</a:t>
            </a:r>
          </a:p>
          <a:p>
            <a:pPr eaLnBrk="1" hangingPunct="1"/>
            <a:r>
              <a:rPr lang="en-US" altLang="en-US" smtClean="0"/>
              <a:t>Arm only goes as far as the last request in each direction, then reverses direction immediately, without first going all the way to the end of the disk. </a:t>
            </a:r>
          </a:p>
        </p:txBody>
      </p:sp>
      <p:sp>
        <p:nvSpPr>
          <p:cNvPr id="15364" name="Slide Number Placeholder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22FF25C-78B0-4797-B300-B36131EA9332}" type="slidenum">
              <a:rPr lang="en-US" altLang="en-US"/>
              <a:pPr/>
              <a:t>55</a:t>
            </a:fld>
            <a:endParaRPr lang="en-US" altLang="en-US"/>
          </a:p>
        </p:txBody>
      </p:sp>
    </p:spTree>
    <p:extLst>
      <p:ext uri="{BB962C8B-B14F-4D97-AF65-F5344CB8AC3E}">
        <p14:creationId xmlns:p14="http://schemas.microsoft.com/office/powerpoint/2010/main" val="18014888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t>C-LOOK (Cont.)</a:t>
            </a:r>
          </a:p>
        </p:txBody>
      </p:sp>
      <p:sp>
        <p:nvSpPr>
          <p:cNvPr id="16387" name="Slide Number Placeholder 4"/>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87DED66-ED03-4B63-B204-1FC8DF16BB4C}" type="slidenum">
              <a:rPr lang="en-US" altLang="en-US"/>
              <a:pPr/>
              <a:t>56</a:t>
            </a:fld>
            <a:endParaRPr lang="en-US" altLang="en-US"/>
          </a:p>
        </p:txBody>
      </p:sp>
      <p:pic>
        <p:nvPicPr>
          <p:cNvPr id="16388" name="Picture 3"/>
          <p:cNvPicPr>
            <a:picLocks noChangeAspect="1" noChangeArrowheads="1"/>
          </p:cNvPicPr>
          <p:nvPr/>
        </p:nvPicPr>
        <p:blipFill>
          <a:blip r:embed="rId2">
            <a:extLst>
              <a:ext uri="{28A0092B-C50C-407E-A947-70E740481C1C}">
                <a14:useLocalDpi xmlns:a14="http://schemas.microsoft.com/office/drawing/2010/main" val="0"/>
              </a:ext>
            </a:extLst>
          </a:blip>
          <a:srcRect l="894" t="7645" r="459" b="7677"/>
          <a:stretch>
            <a:fillRect/>
          </a:stretch>
        </p:blipFill>
        <p:spPr bwMode="auto">
          <a:xfrm>
            <a:off x="3048001" y="1828801"/>
            <a:ext cx="6143625" cy="42195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05846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mtClean="0"/>
              <a:t>Selecting a Disk-Scheduling Algorithm</a:t>
            </a:r>
          </a:p>
        </p:txBody>
      </p:sp>
      <p:sp>
        <p:nvSpPr>
          <p:cNvPr id="17411" name="Rectangle 3"/>
          <p:cNvSpPr>
            <a:spLocks noGrp="1" noChangeArrowheads="1"/>
          </p:cNvSpPr>
          <p:nvPr>
            <p:ph idx="1"/>
          </p:nvPr>
        </p:nvSpPr>
        <p:spPr/>
        <p:txBody>
          <a:bodyPr/>
          <a:lstStyle/>
          <a:p>
            <a:pPr eaLnBrk="1" hangingPunct="1"/>
            <a:r>
              <a:rPr lang="en-US" altLang="en-US" sz="2200"/>
              <a:t>SSTF is common and has a natural appeal</a:t>
            </a:r>
          </a:p>
          <a:p>
            <a:pPr eaLnBrk="1" hangingPunct="1"/>
            <a:r>
              <a:rPr lang="en-US" altLang="en-US" sz="2200"/>
              <a:t>SCAN and C-SCAN perform better for systems that place a heavy load on the disk.</a:t>
            </a:r>
          </a:p>
          <a:p>
            <a:pPr eaLnBrk="1" hangingPunct="1"/>
            <a:r>
              <a:rPr lang="en-US" altLang="en-US" sz="2200"/>
              <a:t>Performance depends on the number and types of requests.</a:t>
            </a:r>
          </a:p>
          <a:p>
            <a:pPr eaLnBrk="1" hangingPunct="1"/>
            <a:r>
              <a:rPr lang="en-US" altLang="en-US" sz="2200"/>
              <a:t>Requests for disk service can be influenced by the file-allocation method.</a:t>
            </a:r>
          </a:p>
          <a:p>
            <a:pPr eaLnBrk="1" hangingPunct="1"/>
            <a:r>
              <a:rPr lang="en-US" altLang="en-US" sz="2200"/>
              <a:t>The disk-scheduling algorithm should be written as a separate module of the operating system, allowing it to be replaced with a different algorithm if necessary.</a:t>
            </a:r>
          </a:p>
          <a:p>
            <a:pPr eaLnBrk="1" hangingPunct="1"/>
            <a:r>
              <a:rPr lang="en-US" altLang="en-US" sz="2200"/>
              <a:t>Either SSTF or LOOK is a reasonable choice for the default algorithm.</a:t>
            </a:r>
          </a:p>
        </p:txBody>
      </p:sp>
      <p:sp>
        <p:nvSpPr>
          <p:cNvPr id="17412" name="Slide Number Placeholder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5D4566A-0F52-46BA-A7E5-BEE05B045E5D}" type="slidenum">
              <a:rPr lang="en-US" altLang="en-US"/>
              <a:pPr/>
              <a:t>57</a:t>
            </a:fld>
            <a:endParaRPr lang="en-US" altLang="en-US"/>
          </a:p>
        </p:txBody>
      </p:sp>
    </p:spTree>
    <p:extLst>
      <p:ext uri="{BB962C8B-B14F-4D97-AF65-F5344CB8AC3E}">
        <p14:creationId xmlns:p14="http://schemas.microsoft.com/office/powerpoint/2010/main" val="283665214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RAID model</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031178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11257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15325" y="365125"/>
            <a:ext cx="3334808" cy="5807075"/>
          </a:xfrm>
        </p:spPr>
        <p:txBody>
          <a:bodyPr>
            <a:normAutofit lnSpcReduction="10000"/>
          </a:bodyPr>
          <a:lstStyle/>
          <a:p>
            <a:r>
              <a:rPr lang="en-IN" dirty="0" smtClean="0">
                <a:latin typeface="Cambria" panose="02040503050406030204" pitchFamily="18" charset="0"/>
              </a:rPr>
              <a:t>RAID 0: </a:t>
            </a:r>
          </a:p>
          <a:p>
            <a:pPr lvl="1"/>
            <a:r>
              <a:rPr lang="en-IN" dirty="0" smtClean="0">
                <a:latin typeface="Cambria" panose="02040503050406030204" pitchFamily="18" charset="0"/>
              </a:rPr>
              <a:t>stripping</a:t>
            </a:r>
          </a:p>
          <a:p>
            <a:pPr lvl="1"/>
            <a:r>
              <a:rPr lang="en-IN" dirty="0" smtClean="0">
                <a:latin typeface="Cambria" panose="02040503050406030204" pitchFamily="18" charset="0"/>
              </a:rPr>
              <a:t>Data is split up into blocks.</a:t>
            </a:r>
          </a:p>
          <a:p>
            <a:pPr lvl="1"/>
            <a:r>
              <a:rPr lang="en-IN" dirty="0" smtClean="0">
                <a:latin typeface="Cambria" panose="02040503050406030204" pitchFamily="18" charset="0"/>
              </a:rPr>
              <a:t>Easy to implement.</a:t>
            </a:r>
          </a:p>
          <a:p>
            <a:pPr lvl="1"/>
            <a:r>
              <a:rPr lang="en-IN" dirty="0" smtClean="0">
                <a:latin typeface="Cambria" panose="02040503050406030204" pitchFamily="18" charset="0"/>
              </a:rPr>
              <a:t>Not fault tolerant.</a:t>
            </a:r>
          </a:p>
          <a:p>
            <a:r>
              <a:rPr lang="en-IN" dirty="0" smtClean="0">
                <a:latin typeface="Cambria" panose="02040503050406030204" pitchFamily="18" charset="0"/>
              </a:rPr>
              <a:t>RAID 1:</a:t>
            </a:r>
          </a:p>
          <a:p>
            <a:pPr lvl="1"/>
            <a:r>
              <a:rPr lang="en-IN" dirty="0" smtClean="0">
                <a:latin typeface="Cambria" panose="02040503050406030204" pitchFamily="18" charset="0"/>
              </a:rPr>
              <a:t>Mirroring</a:t>
            </a:r>
          </a:p>
          <a:p>
            <a:pPr lvl="1"/>
            <a:r>
              <a:rPr lang="en-IN" dirty="0" smtClean="0">
                <a:latin typeface="Cambria" panose="02040503050406030204" pitchFamily="18" charset="0"/>
              </a:rPr>
              <a:t>Data are stored twice.</a:t>
            </a:r>
          </a:p>
          <a:p>
            <a:pPr lvl="1"/>
            <a:r>
              <a:rPr lang="en-IN" dirty="0" smtClean="0">
                <a:latin typeface="Cambria" panose="02040503050406030204" pitchFamily="18" charset="0"/>
              </a:rPr>
              <a:t>Offers excellent read and write speed. </a:t>
            </a:r>
          </a:p>
          <a:p>
            <a:pPr lvl="1"/>
            <a:r>
              <a:rPr lang="en-IN" dirty="0" smtClean="0">
                <a:latin typeface="Cambria" panose="02040503050406030204" pitchFamily="18" charset="0"/>
              </a:rPr>
              <a:t>The effective storage capacity is only half.</a:t>
            </a:r>
            <a:endParaRPr lang="en-US" dirty="0">
              <a:latin typeface="Cambria" panose="02040503050406030204" pitchFamily="18" charset="0"/>
            </a:endParaRPr>
          </a:p>
        </p:txBody>
      </p:sp>
      <p:pic>
        <p:nvPicPr>
          <p:cNvPr id="4" name="Picture 3"/>
          <p:cNvPicPr>
            <a:picLocks noChangeAspect="1"/>
          </p:cNvPicPr>
          <p:nvPr/>
        </p:nvPicPr>
        <p:blipFill>
          <a:blip r:embed="rId2"/>
          <a:stretch>
            <a:fillRect/>
          </a:stretch>
        </p:blipFill>
        <p:spPr>
          <a:xfrm>
            <a:off x="711200" y="277811"/>
            <a:ext cx="6775450" cy="5537201"/>
          </a:xfrm>
          <a:prstGeom prst="rect">
            <a:avLst/>
          </a:prstGeom>
        </p:spPr>
      </p:pic>
    </p:spTree>
    <p:extLst>
      <p:ext uri="{BB962C8B-B14F-4D97-AF65-F5344CB8AC3E}">
        <p14:creationId xmlns:p14="http://schemas.microsoft.com/office/powerpoint/2010/main" val="42181171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471613"/>
            <a:ext cx="5905500" cy="1121569"/>
          </a:xfrm>
          <a:prstGeom prst="rect">
            <a:avLst/>
          </a:prstGeom>
        </p:spPr>
      </p:pic>
      <p:pic>
        <p:nvPicPr>
          <p:cNvPr id="6" name="Picture 5"/>
          <p:cNvPicPr>
            <a:picLocks noChangeAspect="1"/>
          </p:cNvPicPr>
          <p:nvPr/>
        </p:nvPicPr>
        <p:blipFill rotWithShape="1">
          <a:blip r:embed="rId3"/>
          <a:srcRect b="64044"/>
          <a:stretch/>
        </p:blipFill>
        <p:spPr>
          <a:xfrm>
            <a:off x="666752" y="2552700"/>
            <a:ext cx="5400675" cy="2047875"/>
          </a:xfrm>
          <a:prstGeom prst="rect">
            <a:avLst/>
          </a:prstGeom>
        </p:spPr>
      </p:pic>
      <p:sp>
        <p:nvSpPr>
          <p:cNvPr id="8" name="TextBox 7"/>
          <p:cNvSpPr txBox="1"/>
          <p:nvPr/>
        </p:nvSpPr>
        <p:spPr>
          <a:xfrm>
            <a:off x="7658100" y="365125"/>
            <a:ext cx="3314700" cy="6555641"/>
          </a:xfrm>
          <a:prstGeom prst="rect">
            <a:avLst/>
          </a:prstGeom>
          <a:noFill/>
        </p:spPr>
        <p:txBody>
          <a:bodyPr wrap="square" rtlCol="0">
            <a:spAutoFit/>
          </a:bodyPr>
          <a:lstStyle/>
          <a:p>
            <a:pPr marL="285750" indent="-285750">
              <a:buFont typeface="Arial" panose="020B0604020202020204" pitchFamily="34" charset="0"/>
              <a:buChar char="•"/>
            </a:pPr>
            <a:r>
              <a:rPr lang="en-IN" sz="2000" dirty="0" smtClean="0">
                <a:latin typeface="Cambria" panose="02040503050406030204" pitchFamily="18" charset="0"/>
              </a:rPr>
              <a:t>RAID 2:</a:t>
            </a:r>
          </a:p>
          <a:p>
            <a:pPr marL="742950" lvl="1" indent="-285750">
              <a:buFont typeface="Arial" panose="020B0604020202020204" pitchFamily="34" charset="0"/>
              <a:buChar char="•"/>
            </a:pPr>
            <a:r>
              <a:rPr lang="en-IN" sz="2000" dirty="0" smtClean="0">
                <a:latin typeface="Cambria" panose="02040503050406030204" pitchFamily="18" charset="0"/>
              </a:rPr>
              <a:t>Unlike level 0 and 1 level 2 work on word basis.</a:t>
            </a:r>
          </a:p>
          <a:p>
            <a:pPr marL="742950" lvl="1" indent="-285750">
              <a:buFont typeface="Arial" panose="020B0604020202020204" pitchFamily="34" charset="0"/>
              <a:buChar char="•"/>
            </a:pPr>
            <a:r>
              <a:rPr lang="en-IN" sz="2000" dirty="0" smtClean="0">
                <a:latin typeface="Cambria" panose="02040503050406030204" pitchFamily="18" charset="0"/>
              </a:rPr>
              <a:t>Splitting each byte and then add humming code into this bytes.</a:t>
            </a:r>
          </a:p>
          <a:p>
            <a:pPr marL="742950" lvl="1" indent="-285750">
              <a:buFont typeface="Arial" panose="020B0604020202020204" pitchFamily="34" charset="0"/>
              <a:buChar char="•"/>
            </a:pPr>
            <a:r>
              <a:rPr lang="en-IN" sz="2000" dirty="0" smtClean="0">
                <a:latin typeface="Cambria" panose="02040503050406030204" pitchFamily="18" charset="0"/>
              </a:rPr>
              <a:t>Loss of the drive only lost 1 byte.</a:t>
            </a:r>
          </a:p>
          <a:p>
            <a:pPr marL="285750" indent="-285750">
              <a:buFont typeface="Arial" panose="020B0604020202020204" pitchFamily="34" charset="0"/>
              <a:buChar char="•"/>
            </a:pPr>
            <a:r>
              <a:rPr lang="en-IN" sz="2000" dirty="0" smtClean="0">
                <a:latin typeface="Cambria" panose="02040503050406030204" pitchFamily="18" charset="0"/>
              </a:rPr>
              <a:t>RAID 3:</a:t>
            </a:r>
          </a:p>
          <a:p>
            <a:pPr marL="742950" lvl="1" indent="-285750">
              <a:buFont typeface="Arial" panose="020B0604020202020204" pitchFamily="34" charset="0"/>
              <a:buChar char="•"/>
            </a:pPr>
            <a:r>
              <a:rPr lang="en-IN" sz="2000" dirty="0" smtClean="0">
                <a:latin typeface="Cambria" panose="02040503050406030204" pitchFamily="18" charset="0"/>
              </a:rPr>
              <a:t>Here will use single parity bit.</a:t>
            </a:r>
          </a:p>
          <a:p>
            <a:pPr marL="742950" lvl="1" indent="-285750">
              <a:buFont typeface="Arial" panose="020B0604020202020204" pitchFamily="34" charset="0"/>
              <a:buChar char="•"/>
            </a:pPr>
            <a:r>
              <a:rPr lang="en-IN" sz="2000" dirty="0" smtClean="0">
                <a:latin typeface="Cambria" panose="02040503050406030204" pitchFamily="18" charset="0"/>
              </a:rPr>
              <a:t>Individual data word are spread over multiple drives.</a:t>
            </a:r>
          </a:p>
          <a:p>
            <a:pPr marL="742950" lvl="1" indent="-285750">
              <a:buFont typeface="Arial" panose="020B0604020202020204" pitchFamily="34" charset="0"/>
              <a:buChar char="•"/>
            </a:pPr>
            <a:endParaRPr lang="en-IN" sz="2000" dirty="0" smtClean="0">
              <a:latin typeface="Cambria" panose="02040503050406030204" pitchFamily="18" charset="0"/>
            </a:endParaRPr>
          </a:p>
          <a:p>
            <a:pPr marL="742950" lvl="1" indent="-285750">
              <a:buFont typeface="Arial" panose="020B0604020202020204" pitchFamily="34" charset="0"/>
              <a:buChar char="•"/>
            </a:pPr>
            <a:endParaRPr lang="en-IN" sz="2000" dirty="0" smtClean="0">
              <a:latin typeface="Cambria" panose="02040503050406030204" pitchFamily="18" charset="0"/>
            </a:endParaRPr>
          </a:p>
          <a:p>
            <a:pPr marL="742950" lvl="1" indent="-285750">
              <a:buFont typeface="Arial" panose="020B0604020202020204" pitchFamily="34" charset="0"/>
              <a:buChar char="•"/>
            </a:pPr>
            <a:endParaRPr lang="en-IN" sz="2000" dirty="0" smtClean="0">
              <a:latin typeface="Cambria" panose="02040503050406030204" pitchFamily="18" charset="0"/>
            </a:endParaRPr>
          </a:p>
          <a:p>
            <a:pPr marL="742950" lvl="1" indent="-285750">
              <a:buFont typeface="Arial" panose="020B0604020202020204" pitchFamily="34" charset="0"/>
              <a:buChar char="•"/>
            </a:pPr>
            <a:endParaRPr lang="en-IN" sz="2000" dirty="0" smtClean="0">
              <a:latin typeface="Cambria" panose="02040503050406030204" pitchFamily="18" charset="0"/>
            </a:endParaRPr>
          </a:p>
          <a:p>
            <a:r>
              <a:rPr lang="en-IN" sz="2000" dirty="0">
                <a:latin typeface="Cambria" panose="02040503050406030204" pitchFamily="18" charset="0"/>
              </a:rPr>
              <a:t>	</a:t>
            </a:r>
            <a:endParaRPr lang="en-US" sz="2000" dirty="0">
              <a:latin typeface="Cambria" panose="02040503050406030204" pitchFamily="18" charset="0"/>
            </a:endParaRPr>
          </a:p>
        </p:txBody>
      </p:sp>
    </p:spTree>
    <p:extLst>
      <p:ext uri="{BB962C8B-B14F-4D97-AF65-F5344CB8AC3E}">
        <p14:creationId xmlns:p14="http://schemas.microsoft.com/office/powerpoint/2010/main" val="1817302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rotWithShape="1">
          <a:blip r:embed="rId2"/>
          <a:srcRect t="34367"/>
          <a:stretch/>
        </p:blipFill>
        <p:spPr>
          <a:xfrm>
            <a:off x="838199" y="1214438"/>
            <a:ext cx="5776913" cy="4827587"/>
          </a:xfrm>
          <a:prstGeom prst="rect">
            <a:avLst/>
          </a:prstGeom>
        </p:spPr>
      </p:pic>
      <p:sp>
        <p:nvSpPr>
          <p:cNvPr id="7" name="TextBox 6"/>
          <p:cNvSpPr txBox="1"/>
          <p:nvPr/>
        </p:nvSpPr>
        <p:spPr>
          <a:xfrm>
            <a:off x="6872288" y="565854"/>
            <a:ext cx="3386137" cy="6124754"/>
          </a:xfrm>
          <a:prstGeom prst="rect">
            <a:avLst/>
          </a:prstGeom>
          <a:noFill/>
        </p:spPr>
        <p:txBody>
          <a:bodyPr wrap="square" rtlCol="0">
            <a:spAutoFit/>
          </a:bodyPr>
          <a:lstStyle/>
          <a:p>
            <a:pPr marL="285750" indent="-285750">
              <a:buFont typeface="Arial" panose="020B0604020202020204" pitchFamily="34" charset="0"/>
              <a:buChar char="•"/>
            </a:pPr>
            <a:r>
              <a:rPr lang="en-IN" sz="2200" dirty="0" smtClean="0">
                <a:latin typeface="Cambria" panose="02040503050406030204" pitchFamily="18" charset="0"/>
              </a:rPr>
              <a:t>RAID Level 4:</a:t>
            </a:r>
          </a:p>
          <a:p>
            <a:pPr marL="742950" lvl="1" indent="-285750">
              <a:buFont typeface="Arial" panose="020B0604020202020204" pitchFamily="34" charset="0"/>
              <a:buChar char="•"/>
            </a:pPr>
            <a:r>
              <a:rPr lang="en-IN" sz="2200" dirty="0" smtClean="0">
                <a:latin typeface="Cambria" panose="02040503050406030204" pitchFamily="18" charset="0"/>
              </a:rPr>
              <a:t> work with strips again,</a:t>
            </a:r>
          </a:p>
          <a:p>
            <a:pPr marL="742950" lvl="1" indent="-285750">
              <a:buFont typeface="Arial" panose="020B0604020202020204" pitchFamily="34" charset="0"/>
              <a:buChar char="•"/>
            </a:pPr>
            <a:r>
              <a:rPr lang="en-IN" sz="2200" dirty="0" smtClean="0">
                <a:latin typeface="Cambria" panose="02040503050406030204" pitchFamily="18" charset="0"/>
              </a:rPr>
              <a:t>If drive crashes, the lost byte can be recomputed from parity drive.</a:t>
            </a:r>
          </a:p>
          <a:p>
            <a:pPr marL="742950" lvl="1" indent="-285750">
              <a:buFont typeface="Arial" panose="020B0604020202020204" pitchFamily="34" charset="0"/>
              <a:buChar char="•"/>
            </a:pPr>
            <a:r>
              <a:rPr lang="en-IN" sz="2200" dirty="0" smtClean="0">
                <a:latin typeface="Cambria" panose="02040503050406030204" pitchFamily="18" charset="0"/>
              </a:rPr>
              <a:t>Even if one drive change we have to recomputed parity.</a:t>
            </a:r>
          </a:p>
          <a:p>
            <a:pPr marL="285750" indent="-285750">
              <a:buFont typeface="Arial" panose="020B0604020202020204" pitchFamily="34" charset="0"/>
              <a:buChar char="•"/>
            </a:pPr>
            <a:r>
              <a:rPr lang="en-IN" sz="2200" dirty="0" smtClean="0">
                <a:latin typeface="Cambria" panose="02040503050406030204" pitchFamily="18" charset="0"/>
              </a:rPr>
              <a:t>RAID level 5:</a:t>
            </a:r>
          </a:p>
          <a:p>
            <a:pPr marL="742950" lvl="1" indent="-285750">
              <a:buFont typeface="Arial" panose="020B0604020202020204" pitchFamily="34" charset="0"/>
              <a:buChar char="•"/>
            </a:pPr>
            <a:r>
              <a:rPr lang="en-IN" sz="2200" dirty="0" smtClean="0">
                <a:latin typeface="Cambria" panose="02040503050406030204" pitchFamily="18" charset="0"/>
              </a:rPr>
              <a:t>Single parity bottleneck is eliminated.</a:t>
            </a:r>
          </a:p>
          <a:p>
            <a:pPr marL="742950" lvl="1" indent="-285750">
              <a:buFont typeface="Arial" panose="020B0604020202020204" pitchFamily="34" charset="0"/>
              <a:buChar char="•"/>
            </a:pPr>
            <a:r>
              <a:rPr lang="en-IN" sz="2200" dirty="0" smtClean="0">
                <a:latin typeface="Cambria" panose="02040503050406030204" pitchFamily="18" charset="0"/>
              </a:rPr>
              <a:t>By distributing parity bit uniformly over disk.</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320267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4924" y="2919364"/>
            <a:ext cx="6705600" cy="1143000"/>
          </a:xfrm>
        </p:spPr>
        <p:txBody>
          <a:bodyPr/>
          <a:lstStyle/>
          <a:p>
            <a:pPr>
              <a:defRPr/>
            </a:pPr>
            <a:r>
              <a:rPr lang="en-US" dirty="0" smtClean="0"/>
              <a:t>FIGURES</a:t>
            </a:r>
            <a:endParaRPr lang="en-IN" dirty="0"/>
          </a:p>
        </p:txBody>
      </p:sp>
      <p:sp>
        <p:nvSpPr>
          <p:cNvPr id="109571" name="Content Placeholder 2"/>
          <p:cNvSpPr>
            <a:spLocks noGrp="1"/>
          </p:cNvSpPr>
          <p:nvPr>
            <p:ph idx="1"/>
          </p:nvPr>
        </p:nvSpPr>
        <p:spPr/>
        <p:txBody>
          <a:bodyPr/>
          <a:lstStyle/>
          <a:p>
            <a:endParaRPr lang="en-IN" altLang="en-US" dirty="0" smtClean="0"/>
          </a:p>
        </p:txBody>
      </p:sp>
    </p:spTree>
    <p:extLst>
      <p:ext uri="{BB962C8B-B14F-4D97-AF65-F5344CB8AC3E}">
        <p14:creationId xmlns:p14="http://schemas.microsoft.com/office/powerpoint/2010/main" val="172110624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CPU &amp; H/W Alignment</a:t>
            </a:r>
            <a:endParaRPr lang="en-IN" dirty="0"/>
          </a:p>
        </p:txBody>
      </p:sp>
      <p:pic>
        <p:nvPicPr>
          <p:cNvPr id="110595" name="Picture 2" descr="C:\Users\Lenovo\Desktop\cpu-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33564" y="1589089"/>
            <a:ext cx="8588375" cy="3489325"/>
          </a:xfrm>
          <a:noFill/>
        </p:spPr>
      </p:pic>
    </p:spTree>
    <p:extLst>
      <p:ext uri="{BB962C8B-B14F-4D97-AF65-F5344CB8AC3E}">
        <p14:creationId xmlns:p14="http://schemas.microsoft.com/office/powerpoint/2010/main" val="56619470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6705600" cy="724168"/>
          </a:xfrm>
        </p:spPr>
        <p:txBody>
          <a:bodyPr/>
          <a:lstStyle/>
          <a:p>
            <a:pPr>
              <a:defRPr/>
            </a:pPr>
            <a:r>
              <a:rPr lang="en-US" dirty="0" smtClean="0"/>
              <a:t>Computer Bus</a:t>
            </a:r>
            <a:endParaRPr lang="en-IN" dirty="0"/>
          </a:p>
        </p:txBody>
      </p:sp>
      <p:pic>
        <p:nvPicPr>
          <p:cNvPr id="111619" name="Picture 2" descr="C:\Users\Lenovo\Desktop\12538771787c3DDh.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13001" y="1041400"/>
            <a:ext cx="6708775" cy="4914900"/>
          </a:xfrm>
          <a:noFill/>
        </p:spPr>
      </p:pic>
    </p:spTree>
    <p:extLst>
      <p:ext uri="{BB962C8B-B14F-4D97-AF65-F5344CB8AC3E}">
        <p14:creationId xmlns:p14="http://schemas.microsoft.com/office/powerpoint/2010/main" val="356792688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153423" cy="822642"/>
          </a:xfrm>
        </p:spPr>
        <p:txBody>
          <a:bodyPr>
            <a:normAutofit fontScale="90000"/>
          </a:bodyPr>
          <a:lstStyle/>
          <a:p>
            <a:pPr>
              <a:defRPr/>
            </a:pPr>
            <a:r>
              <a:rPr lang="en-US" dirty="0" smtClean="0"/>
              <a:t>H/W Attachment on Motherboard</a:t>
            </a:r>
            <a:endParaRPr lang="en-IN" dirty="0"/>
          </a:p>
        </p:txBody>
      </p:sp>
      <p:pic>
        <p:nvPicPr>
          <p:cNvPr id="112643" name="Picture 2" descr="C:\Users\Lenovo\Desktop\DIGAUDEX.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787775" y="908050"/>
            <a:ext cx="4559300" cy="5780088"/>
          </a:xfrm>
          <a:noFill/>
        </p:spPr>
      </p:pic>
    </p:spTree>
    <p:extLst>
      <p:ext uri="{BB962C8B-B14F-4D97-AF65-F5344CB8AC3E}">
        <p14:creationId xmlns:p14="http://schemas.microsoft.com/office/powerpoint/2010/main" val="286360905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728278"/>
            <a:ext cx="6705600" cy="1143000"/>
          </a:xfrm>
        </p:spPr>
        <p:txBody>
          <a:bodyPr/>
          <a:lstStyle/>
          <a:p>
            <a:pPr>
              <a:defRPr/>
            </a:pPr>
            <a:r>
              <a:rPr lang="en-US" dirty="0" smtClean="0"/>
              <a:t>END OF UNIT - 6</a:t>
            </a:r>
            <a:endParaRPr lang="en-IN" dirty="0"/>
          </a:p>
        </p:txBody>
      </p:sp>
    </p:spTree>
    <p:extLst>
      <p:ext uri="{BB962C8B-B14F-4D97-AF65-F5344CB8AC3E}">
        <p14:creationId xmlns:p14="http://schemas.microsoft.com/office/powerpoint/2010/main" val="4446033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2042</TotalTime>
  <Words>2768</Words>
  <Application>Microsoft Office PowerPoint</Application>
  <PresentationFormat>Widescreen</PresentationFormat>
  <Paragraphs>357</Paragraphs>
  <Slides>66</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66</vt:i4>
      </vt:variant>
    </vt:vector>
  </HeadingPairs>
  <TitlesOfParts>
    <vt:vector size="77" baseType="lpstr">
      <vt:lpstr>ＭＳ Ｐゴシック</vt:lpstr>
      <vt:lpstr>Arial</vt:lpstr>
      <vt:lpstr>Calibri</vt:lpstr>
      <vt:lpstr>Calibri Light</vt:lpstr>
      <vt:lpstr>Cambria</vt:lpstr>
      <vt:lpstr>Courier New</vt:lpstr>
      <vt:lpstr>Helvetica</vt:lpstr>
      <vt:lpstr>Symbol</vt:lpstr>
      <vt:lpstr>Tahoma</vt:lpstr>
      <vt:lpstr>Times New Roman</vt:lpstr>
      <vt:lpstr>Office Theme</vt:lpstr>
      <vt:lpstr>Unit-6</vt:lpstr>
      <vt:lpstr>PowerPoint Presentation</vt:lpstr>
      <vt:lpstr>Principles of I/O Hardware: I/O device</vt:lpstr>
      <vt:lpstr>Principles of I/O Hardware: I/O device</vt:lpstr>
      <vt:lpstr>I/O Devices</vt:lpstr>
      <vt:lpstr>PowerPoint Presentation</vt:lpstr>
      <vt:lpstr>Device Controllers</vt:lpstr>
      <vt:lpstr>Device Controller</vt:lpstr>
      <vt:lpstr>Device Controllers</vt:lpstr>
      <vt:lpstr>PowerPoint Presentation</vt:lpstr>
      <vt:lpstr>Memory Mapped I/O</vt:lpstr>
      <vt:lpstr>Memory Mapped I/O</vt:lpstr>
      <vt:lpstr>Memory-Mapped I/O </vt:lpstr>
      <vt:lpstr>Memory-Mapped I/O </vt:lpstr>
      <vt:lpstr>How does CPU communicate with registers and buffers?  </vt:lpstr>
      <vt:lpstr>Memory mapped advantages</vt:lpstr>
      <vt:lpstr>Memory mapped disadvantage</vt:lpstr>
      <vt:lpstr>Memory-Mapped I/O </vt:lpstr>
      <vt:lpstr>PowerPoint Presentation</vt:lpstr>
      <vt:lpstr>Direct Memory Access (DMA)</vt:lpstr>
      <vt:lpstr> How Disk read occurs when DMA is not used?? </vt:lpstr>
      <vt:lpstr>How does DMA work? </vt:lpstr>
      <vt:lpstr>Direct Memory Access (DMA)</vt:lpstr>
      <vt:lpstr>DMA controller modes</vt:lpstr>
      <vt:lpstr>Questions </vt:lpstr>
      <vt:lpstr>PowerPoint Presentation</vt:lpstr>
      <vt:lpstr>             Device Drivers</vt:lpstr>
      <vt:lpstr>Device Drivers-Act 1</vt:lpstr>
      <vt:lpstr>Device drivers Act 2</vt:lpstr>
      <vt:lpstr>Device-Independent I/O Software</vt:lpstr>
      <vt:lpstr>Why the OS needs a standard interface </vt:lpstr>
      <vt:lpstr>Interface : Driver functions</vt:lpstr>
      <vt:lpstr>Buffering </vt:lpstr>
      <vt:lpstr>Buffering </vt:lpstr>
      <vt:lpstr>More Functions of Independent Software</vt:lpstr>
      <vt:lpstr>Layers of I/O Software &amp; Function of Each Layer</vt:lpstr>
      <vt:lpstr>PowerPoint Presentation</vt:lpstr>
      <vt:lpstr>Disks</vt:lpstr>
      <vt:lpstr>Disks</vt:lpstr>
      <vt:lpstr>Moving-head Disk Mechanism</vt:lpstr>
      <vt:lpstr>Disk Arm Scheduling Algorithms</vt:lpstr>
      <vt:lpstr>First Come First Serve (FCFS)</vt:lpstr>
      <vt:lpstr>First Come First Serve (FCFS)</vt:lpstr>
      <vt:lpstr>First Come First Serve (FCFS) Example</vt:lpstr>
      <vt:lpstr>First Come First Serve (FCFS) Example</vt:lpstr>
      <vt:lpstr>Shortest Seek Time First (SSTF)</vt:lpstr>
      <vt:lpstr>SSF (Shortest Seek Time First)</vt:lpstr>
      <vt:lpstr>SSF (Shortest Seek Time First)</vt:lpstr>
      <vt:lpstr>PowerPoint Presentation</vt:lpstr>
      <vt:lpstr>LOOK GRAPH </vt:lpstr>
      <vt:lpstr>SCAN ALGORITHM</vt:lpstr>
      <vt:lpstr>SCAN GRAPH</vt:lpstr>
      <vt:lpstr>C-SCAN</vt:lpstr>
      <vt:lpstr>C-SCAN (Cont.)</vt:lpstr>
      <vt:lpstr>C-LOOK</vt:lpstr>
      <vt:lpstr>C-LOOK (Cont.)</vt:lpstr>
      <vt:lpstr>Selecting a Disk-Scheduling Algorithm</vt:lpstr>
      <vt:lpstr>RAID model</vt:lpstr>
      <vt:lpstr>PowerPoint Presentation</vt:lpstr>
      <vt:lpstr>PowerPoint Presentation</vt:lpstr>
      <vt:lpstr>PowerPoint Presentation</vt:lpstr>
      <vt:lpstr>FIGURES</vt:lpstr>
      <vt:lpstr>CPU &amp; H/W Alignment</vt:lpstr>
      <vt:lpstr>Computer Bus</vt:lpstr>
      <vt:lpstr>H/W Attachment on Motherboard</vt:lpstr>
      <vt:lpstr>END OF UNIT - 6</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Unit-6</dc:title>
  <dc:creator>Vtihalani Hemali</dc:creator>
  <cp:lastModifiedBy>kjzala</cp:lastModifiedBy>
  <cp:revision>60</cp:revision>
  <dcterms:created xsi:type="dcterms:W3CDTF">2016-04-07T23:36:15Z</dcterms:created>
  <dcterms:modified xsi:type="dcterms:W3CDTF">2019-03-20T07:25:14Z</dcterms:modified>
</cp:coreProperties>
</file>